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6"/>
  </p:notesMasterIdLst>
  <p:sldIdLst>
    <p:sldId id="256" r:id="rId5"/>
    <p:sldId id="257" r:id="rId6"/>
    <p:sldId id="258" r:id="rId7"/>
    <p:sldId id="259" r:id="rId8"/>
    <p:sldId id="266" r:id="rId9"/>
    <p:sldId id="260" r:id="rId10"/>
    <p:sldId id="261" r:id="rId11"/>
    <p:sldId id="262" r:id="rId12"/>
    <p:sldId id="265" r:id="rId13"/>
    <p:sldId id="263" r:id="rId14"/>
    <p:sldId id="264"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2001" dt="2026-10-04T13:09:55.900"/>
    <p1510:client id="{239C5028-E50C-41D1-48E8-31A37F960BB1}" v="2112" dt="2026-10-04T12:41:15.740"/>
    <p1510:client id="{89283196-93EF-ADB5-0382-3C26617361FA}" v="51" dt="2026-10-04T16:42:34.058"/>
    <p1510:client id="{903CBF25-3A37-4550-B3CC-CE52AC8F0AC1}" v="11124" dt="2026-10-04T16:27:29.717"/>
    <p1510:client id="{BD1516B3-5CE9-F82D-1851-F22CEBCAB0D8}" v="637" dt="2026-10-04T06:53:11.971"/>
    <p1510:client id="{EF807A0E-34FC-42EC-FB10-A7EEF1E80615}" v="995" dt="2026-10-04T04:57:53.7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4BFC39-3A79-487A-A784-73525B076685}" type="datetimeFigureOut">
              <a:rPr lang="en-US" smtClean="0"/>
              <a:t>10/4/2026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4EA9EC-15FC-4B1A-8BA9-6BFBFA83A986}" type="slidenum">
              <a:rPr lang="en-US" smtClean="0"/>
              <a:t>‹#›</a:t>
            </a:fld>
            <a:endParaRPr lang="en-US"/>
          </a:p>
        </p:txBody>
      </p:sp>
    </p:spTree>
    <p:extLst>
      <p:ext uri="{BB962C8B-B14F-4D97-AF65-F5344CB8AC3E}">
        <p14:creationId xmlns:p14="http://schemas.microsoft.com/office/powerpoint/2010/main" val="31672686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C4EA9EC-15FC-4B1A-8BA9-6BFBFA83A986}" type="slidenum">
              <a:rPr lang="en-US" smtClean="0"/>
              <a:t>8</a:t>
            </a:fld>
            <a:endParaRPr lang="en-US"/>
          </a:p>
        </p:txBody>
      </p:sp>
    </p:spTree>
    <p:extLst>
      <p:ext uri="{BB962C8B-B14F-4D97-AF65-F5344CB8AC3E}">
        <p14:creationId xmlns:p14="http://schemas.microsoft.com/office/powerpoint/2010/main" val="230494190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A180A8E-4668-486A-95D0-DBD6BDD7C43F}"/>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3" name="Straight Connector 12">
            <a:extLst>
              <a:ext uri="{FF2B5EF4-FFF2-40B4-BE49-F238E27FC236}">
                <a16:creationId xmlns:a16="http://schemas.microsoft.com/office/drawing/2014/main" id="{1CBB8E81-5147-5506-5F4B-DBC0E7AF26E1}"/>
              </a:ext>
              <a:ext uri="{C183D7F6-B498-43B3-948B-1728B52AA6E4}">
                <adec:decorative xmlns:adec="http://schemas.microsoft.com/office/drawing/2017/decorative" val="1"/>
              </a:ext>
            </a:extLst>
          </p:cNvPr>
          <p:cNvCxnSpPr>
            <a:cxnSpLocks/>
          </p:cNvCxnSpPr>
          <p:nvPr/>
        </p:nvCxnSpPr>
        <p:spPr>
          <a:xfrm>
            <a:off x="11506200" y="637890"/>
            <a:ext cx="0" cy="557241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34852B95-CFB8-EEBE-3973-7363B361118A}"/>
              </a:ext>
              <a:ext uri="{C183D7F6-B498-43B3-948B-1728B52AA6E4}">
                <adec:decorative xmlns:adec="http://schemas.microsoft.com/office/drawing/2017/decorative" val="1"/>
              </a:ext>
            </a:extLst>
          </p:cNvPr>
          <p:cNvCxnSpPr>
            <a:cxnSpLocks/>
          </p:cNvCxnSpPr>
          <p:nvPr/>
        </p:nvCxnSpPr>
        <p:spPr>
          <a:xfrm>
            <a:off x="696332" y="768924"/>
            <a:ext cx="0" cy="480060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10" name="Picture Placeholder 9">
            <a:extLst>
              <a:ext uri="{FF2B5EF4-FFF2-40B4-BE49-F238E27FC236}">
                <a16:creationId xmlns:a16="http://schemas.microsoft.com/office/drawing/2014/main" id="{F1A205B3-F30A-B2B0-2AFF-593443D32773}"/>
              </a:ext>
              <a:ext uri="{C183D7F6-B498-43B3-948B-1728B52AA6E4}">
                <adec:decorative xmlns:adec="http://schemas.microsoft.com/office/drawing/2017/decorative" val="0"/>
              </a:ext>
            </a:extLst>
          </p:cNvPr>
          <p:cNvSpPr>
            <a:spLocks noGrp="1"/>
          </p:cNvSpPr>
          <p:nvPr>
            <p:ph type="pic" sz="quarter" idx="14" hasCustomPrompt="1"/>
          </p:nvPr>
        </p:nvSpPr>
        <p:spPr>
          <a:xfrm>
            <a:off x="5503863" y="1354138"/>
            <a:ext cx="5322887" cy="4481512"/>
          </a:xfrm>
          <a:blipFill>
            <a:blip r:embed="rId2">
              <a:alphaModFix amt="70000"/>
            </a:blip>
            <a:stretch>
              <a:fillRect/>
            </a:stretch>
          </a:blipFill>
        </p:spPr>
        <p:txBody>
          <a:bodyPr/>
          <a:lstStyle>
            <a:lvl1pPr marL="0" indent="0">
              <a:buNone/>
              <a:defRPr/>
            </a:lvl1pPr>
          </a:lstStyle>
          <a:p>
            <a:r>
              <a:rPr lang="en-US"/>
              <a:t> </a:t>
            </a:r>
          </a:p>
        </p:txBody>
      </p: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914400" y="831992"/>
            <a:ext cx="5897880" cy="4258956"/>
          </a:xfrm>
          <a:solidFill>
            <a:schemeClr val="bg2"/>
          </a:solidFill>
        </p:spPr>
        <p:txBody>
          <a:bodyPr lIns="182880" rIns="228600" bIns="91440" anchor="b">
            <a:normAutofit/>
          </a:bodyPr>
          <a:lstStyle>
            <a:lvl1pPr algn="r">
              <a:lnSpc>
                <a:spcPct val="80000"/>
              </a:lnSpc>
              <a:defRPr sz="7200">
                <a:solidFill>
                  <a:schemeClr val="accent1"/>
                </a:solidFill>
              </a:defRPr>
            </a:lvl1pPr>
          </a:lstStyle>
          <a:p>
            <a:r>
              <a:rPr lang="en-US"/>
              <a:t>Click to edit Master title style</a:t>
            </a:r>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605431" y="5372809"/>
            <a:ext cx="2364946" cy="909119"/>
          </a:xfrm>
          <a:solidFill>
            <a:schemeClr val="bg2"/>
          </a:solidFill>
        </p:spPr>
        <p:txBody>
          <a:bodyPr vert="horz" lIns="91440" tIns="45720" rIns="91440" bIns="45720" rtlCol="0" anchor="b">
            <a:normAutofit/>
          </a:bodyPr>
          <a:lstStyle>
            <a:lvl1pPr marL="0" indent="0">
              <a:lnSpc>
                <a:spcPct val="100000"/>
              </a:lnSpc>
              <a:buNone/>
              <a:defRPr lang="en-US" sz="1600" cap="all" baseline="0" dirty="0">
                <a:solidFill>
                  <a:schemeClr val="accent3">
                    <a:lumMod val="75000"/>
                  </a:schemeClr>
                </a:solidFill>
                <a:latin typeface="+mj-lt"/>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9547529" y="612251"/>
            <a:ext cx="2070397" cy="518965"/>
          </a:xfrm>
          <a:solidFill>
            <a:schemeClr val="bg2"/>
          </a:solidFill>
        </p:spPr>
        <p:txBody>
          <a:bodyPr anchor="t"/>
          <a:lstStyle>
            <a:lvl1pPr algn="r">
              <a:defRPr sz="1050"/>
            </a:lvl1pPr>
          </a:lstStyle>
          <a:p>
            <a:endParaRPr lang="en-US"/>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rot="5400000">
            <a:off x="10897326" y="5229935"/>
            <a:ext cx="1223795" cy="365125"/>
          </a:xfrm>
          <a:solidFill>
            <a:schemeClr val="bg2"/>
          </a:solidFill>
        </p:spPr>
        <p:txBody>
          <a:bodyPr rIns="182880"/>
          <a:lstStyle/>
          <a:p>
            <a:fld id="{5BA7A1FE-49BE-4F9D-9EFF-210C8FC3EB45}" type="datetimeFigureOut">
              <a:rPr lang="en-US" smtClean="0"/>
              <a:t>10/4/2026</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xfrm>
            <a:off x="11201400" y="6029866"/>
            <a:ext cx="461438" cy="365125"/>
          </a:xfrm>
          <a:solidFill>
            <a:schemeClr val="bg2"/>
          </a:solidFill>
        </p:spPr>
        <p:txBody>
          <a:bodyPr/>
          <a:lstStyle/>
          <a:p>
            <a:fld id="{B7097B4E-E6FC-429C-8D92-CF1EF05B48DC}" type="slidenum">
              <a:rPr lang="en-US" smtClean="0"/>
              <a:t>‹#›</a:t>
            </a:fld>
            <a:endParaRPr lang="en-US"/>
          </a:p>
        </p:txBody>
      </p:sp>
    </p:spTree>
    <p:extLst>
      <p:ext uri="{BB962C8B-B14F-4D97-AF65-F5344CB8AC3E}">
        <p14:creationId xmlns:p14="http://schemas.microsoft.com/office/powerpoint/2010/main" val="21287487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2986" y="265728"/>
            <a:ext cx="10981137" cy="1325563"/>
          </a:xfrm>
          <a:noFill/>
        </p:spPr>
        <p:txBody>
          <a:bodyPr/>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2986" y="1736176"/>
            <a:ext cx="10981137" cy="41988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5BA7A1FE-49BE-4F9D-9EFF-210C8FC3EB45}" type="datetimeFigureOut">
              <a:rPr lang="en-US" smtClean="0"/>
              <a:t>10/4/2026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B7097B4E-E6FC-429C-8D92-CF1EF05B48DC}" type="slidenum">
              <a:rPr lang="en-US" smtClean="0"/>
              <a:t>‹#›</a:t>
            </a:fld>
            <a:endParaRPr lang="en-US"/>
          </a:p>
        </p:txBody>
      </p:sp>
    </p:spTree>
    <p:extLst>
      <p:ext uri="{BB962C8B-B14F-4D97-AF65-F5344CB8AC3E}">
        <p14:creationId xmlns:p14="http://schemas.microsoft.com/office/powerpoint/2010/main" val="10739618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9B7AE09E-7342-F8D6-76B9-3191D2C214A6}"/>
              </a:ext>
              <a:ext uri="{C183D7F6-B498-43B3-948B-1728B52AA6E4}">
                <adec:decorative xmlns:adec="http://schemas.microsoft.com/office/drawing/2017/decorative" val="1"/>
              </a:ext>
            </a:extLst>
          </p:cNvPr>
          <p:cNvCxnSpPr>
            <a:cxnSpLocks/>
          </p:cNvCxnSpPr>
          <p:nvPr/>
        </p:nvCxnSpPr>
        <p:spPr>
          <a:xfrm>
            <a:off x="11502895" y="1090397"/>
            <a:ext cx="0" cy="4396003"/>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13" name="Picture Placeholder 12">
            <a:extLst>
              <a:ext uri="{FF2B5EF4-FFF2-40B4-BE49-F238E27FC236}">
                <a16:creationId xmlns:a16="http://schemas.microsoft.com/office/drawing/2014/main" id="{FD120947-D69A-84F3-7617-0239E8E5C7F8}"/>
              </a:ext>
              <a:ext uri="{C183D7F6-B498-43B3-948B-1728B52AA6E4}">
                <adec:decorative xmlns:adec="http://schemas.microsoft.com/office/drawing/2017/decorative" val="0"/>
              </a:ext>
            </a:extLst>
          </p:cNvPr>
          <p:cNvSpPr>
            <a:spLocks noGrp="1"/>
          </p:cNvSpPr>
          <p:nvPr>
            <p:ph type="pic" sz="quarter" idx="13" hasCustomPrompt="1"/>
          </p:nvPr>
        </p:nvSpPr>
        <p:spPr>
          <a:xfrm>
            <a:off x="-791" y="1371600"/>
            <a:ext cx="6706392" cy="5486400"/>
          </a:xfrm>
          <a:blipFill>
            <a:blip r:embed="rId2">
              <a:alphaModFix amt="70000"/>
            </a:blip>
            <a:stretch>
              <a:fillRect/>
            </a:stretch>
          </a:blipFill>
        </p:spPr>
        <p:txBody>
          <a:bodyPr/>
          <a:lstStyle>
            <a:lvl1pPr marL="0" indent="0">
              <a:buNone/>
              <a:defRPr/>
            </a:lvl1pPr>
          </a:lstStyle>
          <a:p>
            <a:r>
              <a:rPr lang="en-US"/>
              <a:t> </a:t>
            </a:r>
          </a:p>
        </p:txBody>
      </p: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4133850" y="685799"/>
            <a:ext cx="6373670" cy="2743201"/>
          </a:xfrm>
          <a:solidFill>
            <a:schemeClr val="bg2"/>
          </a:solidFill>
        </p:spPr>
        <p:txBody>
          <a:bodyPr vert="horz" lIns="182880" tIns="45720" rIns="91440" bIns="91440" rtlCol="0" anchor="b">
            <a:normAutofit/>
          </a:bodyPr>
          <a:lstStyle>
            <a:lvl1pPr>
              <a:lnSpc>
                <a:spcPct val="80000"/>
              </a:lnSpc>
              <a:defRPr lang="en-US" sz="6800" dirty="0">
                <a:solidFill>
                  <a:schemeClr val="accent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7500457" y="5570290"/>
            <a:ext cx="4114799" cy="699518"/>
          </a:xfrm>
        </p:spPr>
        <p:txBody>
          <a:bodyPr vert="horz" lIns="91440" tIns="45720" rIns="91440" bIns="45720" rtlCol="0" anchor="b">
            <a:normAutofit/>
          </a:bodyPr>
          <a:lstStyle>
            <a:lvl1pPr marL="0" indent="0" algn="r">
              <a:buNone/>
              <a:defRPr lang="en-US" sz="1600" cap="all" baseline="0" dirty="0">
                <a:solidFill>
                  <a:schemeClr val="accent3">
                    <a:lumMod val="75000"/>
                  </a:schemeClr>
                </a:solidFill>
                <a:latin typeface="+mj-lt"/>
              </a:defRPr>
            </a:lvl1pPr>
          </a:lstStyle>
          <a:p>
            <a:pPr lvl="0"/>
            <a:r>
              <a:rPr lang="en-US"/>
              <a:t>Click to edit Master subtitle style</a:t>
            </a:r>
          </a:p>
        </p:txBody>
      </p:sp>
      <p:sp>
        <p:nvSpPr>
          <p:cNvPr id="6" name="Slide Number Placeholder 5">
            <a:extLst>
              <a:ext uri="{FF2B5EF4-FFF2-40B4-BE49-F238E27FC236}">
                <a16:creationId xmlns:a16="http://schemas.microsoft.com/office/drawing/2014/main" id="{B945FE83-3A40-27CC-D68D-E889297B8CA2}"/>
              </a:ext>
            </a:extLst>
          </p:cNvPr>
          <p:cNvSpPr>
            <a:spLocks noGrp="1"/>
          </p:cNvSpPr>
          <p:nvPr>
            <p:ph type="sldNum" sz="quarter" idx="14"/>
          </p:nvPr>
        </p:nvSpPr>
        <p:spPr>
          <a:xfrm>
            <a:off x="145716" y="508084"/>
            <a:ext cx="429372" cy="365125"/>
          </a:xfrm>
          <a:noFill/>
        </p:spPr>
        <p:txBody>
          <a:bodyPr/>
          <a:lstStyle/>
          <a:p>
            <a:fld id="{B7097B4E-E6FC-429C-8D92-CF1EF05B48DC}" type="slidenum">
              <a:rPr lang="en-US" smtClean="0"/>
              <a:t>‹#›</a:t>
            </a:fld>
            <a:endParaRPr lang="en-US"/>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a:off x="603663" y="508084"/>
            <a:ext cx="1203320" cy="365125"/>
          </a:xfrm>
          <a:solidFill>
            <a:schemeClr val="bg2"/>
          </a:solidFill>
        </p:spPr>
        <p:txBody>
          <a:bodyPr/>
          <a:lstStyle>
            <a:lvl1pPr algn="l">
              <a:defRPr/>
            </a:lvl1pPr>
          </a:lstStyle>
          <a:p>
            <a:fld id="{5BA7A1FE-49BE-4F9D-9EFF-210C8FC3EB45}" type="datetimeFigureOut">
              <a:rPr lang="en-US" smtClean="0"/>
              <a:t>10/4/2026</a:t>
            </a:fld>
            <a:endParaRPr lang="en-US"/>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10134603" y="612063"/>
            <a:ext cx="1487296" cy="478334"/>
          </a:xfrm>
          <a:solidFill>
            <a:schemeClr val="bg2"/>
          </a:solidFill>
        </p:spPr>
        <p:txBody>
          <a:bodyPr anchor="t"/>
          <a:lstStyle>
            <a:lvl1pPr algn="r">
              <a:defRPr sz="1050"/>
            </a:lvl1pPr>
          </a:lstStyle>
          <a:p>
            <a:endParaRPr lang="en-US"/>
          </a:p>
        </p:txBody>
      </p:sp>
    </p:spTree>
    <p:extLst>
      <p:ext uri="{BB962C8B-B14F-4D97-AF65-F5344CB8AC3E}">
        <p14:creationId xmlns:p14="http://schemas.microsoft.com/office/powerpoint/2010/main" val="31240282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9B7AE09E-7342-F8D6-76B9-3191D2C214A6}"/>
              </a:ext>
              <a:ext uri="{C183D7F6-B498-43B3-948B-1728B52AA6E4}">
                <adec:decorative xmlns:adec="http://schemas.microsoft.com/office/drawing/2017/decorative" val="1"/>
              </a:ext>
            </a:extLst>
          </p:cNvPr>
          <p:cNvCxnSpPr>
            <a:cxnSpLocks/>
          </p:cNvCxnSpPr>
          <p:nvPr/>
        </p:nvCxnSpPr>
        <p:spPr>
          <a:xfrm>
            <a:off x="11502895" y="1033580"/>
            <a:ext cx="0" cy="4800292"/>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137159" y="338328"/>
            <a:ext cx="8168640" cy="4462272"/>
          </a:xfrm>
          <a:noFill/>
        </p:spPr>
        <p:txBody>
          <a:bodyPr vert="horz" lIns="91440" tIns="45720" rIns="91440" bIns="137160" rtlCol="0" anchor="t">
            <a:normAutofit/>
          </a:bodyPr>
          <a:lstStyle>
            <a:lvl1pPr>
              <a:lnSpc>
                <a:spcPct val="80000"/>
              </a:lnSpc>
              <a:defRPr lang="en-US" sz="9600" spc="-100" baseline="0" dirty="0">
                <a:solidFill>
                  <a:schemeClr val="accent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8534400" y="4754729"/>
            <a:ext cx="3084441" cy="1080302"/>
          </a:xfrm>
          <a:solidFill>
            <a:schemeClr val="bg2"/>
          </a:solidFill>
        </p:spPr>
        <p:txBody>
          <a:bodyPr vert="horz" lIns="91440" tIns="45720" rIns="91440" bIns="45720" rtlCol="0" anchor="b">
            <a:normAutofit/>
          </a:bodyPr>
          <a:lstStyle>
            <a:lvl1pPr marL="0" indent="0" algn="r">
              <a:buNone/>
              <a:defRPr lang="en-US" sz="1600" cap="all" spc="100" baseline="0" dirty="0">
                <a:solidFill>
                  <a:schemeClr val="accent5"/>
                </a:solidFill>
                <a:latin typeface="+mj-lt"/>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9144000" y="447579"/>
            <a:ext cx="2477899" cy="586001"/>
          </a:xfrm>
          <a:noFill/>
        </p:spPr>
        <p:txBody>
          <a:bodyPr/>
          <a:lstStyle>
            <a:lvl1pPr algn="r">
              <a:defRPr sz="1050"/>
            </a:lvl1pPr>
          </a:lstStyle>
          <a:p>
            <a:endParaRPr lang="en-US"/>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noFill/>
        </p:spPr>
        <p:txBody>
          <a:bodyPr/>
          <a:lstStyle/>
          <a:p>
            <a:fld id="{5BA7A1FE-49BE-4F9D-9EFF-210C8FC3EB45}" type="datetimeFigureOut">
              <a:rPr lang="en-US" smtClean="0"/>
              <a:t>10/4/2026</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noFill/>
        </p:spPr>
        <p:txBody>
          <a:bodyPr/>
          <a:lstStyle/>
          <a:p>
            <a:fld id="{B7097B4E-E6FC-429C-8D92-CF1EF05B48DC}" type="slidenum">
              <a:rPr lang="en-US" smtClean="0"/>
              <a:t>‹#›</a:t>
            </a:fld>
            <a:endParaRPr lang="en-US"/>
          </a:p>
        </p:txBody>
      </p:sp>
    </p:spTree>
    <p:extLst>
      <p:ext uri="{BB962C8B-B14F-4D97-AF65-F5344CB8AC3E}">
        <p14:creationId xmlns:p14="http://schemas.microsoft.com/office/powerpoint/2010/main" val="566503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D3069F5-8FDE-3652-E906-3619BF9A5D9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B286"/>
              </a:solidFill>
            </a:endParaRPr>
          </a:p>
        </p:txBody>
      </p:sp>
      <p:cxnSp>
        <p:nvCxnSpPr>
          <p:cNvPr id="8" name="Straight Connector 7">
            <a:extLst>
              <a:ext uri="{FF2B5EF4-FFF2-40B4-BE49-F238E27FC236}">
                <a16:creationId xmlns:a16="http://schemas.microsoft.com/office/drawing/2014/main" id="{7F3E913D-4F8E-6F1A-DB89-A9E5CB7D266C}"/>
              </a:ext>
              <a:ext uri="{C183D7F6-B498-43B3-948B-1728B52AA6E4}">
                <adec:decorative xmlns:adec="http://schemas.microsoft.com/office/drawing/2017/decorative" val="1"/>
              </a:ext>
            </a:extLst>
          </p:cNvPr>
          <p:cNvCxnSpPr>
            <a:cxnSpLocks/>
          </p:cNvCxnSpPr>
          <p:nvPr/>
        </p:nvCxnSpPr>
        <p:spPr>
          <a:xfrm flipH="1">
            <a:off x="926297" y="6172185"/>
            <a:ext cx="10326757" cy="0"/>
          </a:xfrm>
          <a:prstGeom prst="line">
            <a:avLst/>
          </a:prstGeom>
          <a:ln w="12700">
            <a:solidFill>
              <a:schemeClr val="bg2">
                <a:alpha val="47000"/>
              </a:schemeClr>
            </a:solidFill>
          </a:ln>
        </p:spPr>
        <p:style>
          <a:lnRef idx="1">
            <a:schemeClr val="accent1"/>
          </a:lnRef>
          <a:fillRef idx="0">
            <a:schemeClr val="accent1"/>
          </a:fillRef>
          <a:effectRef idx="0">
            <a:schemeClr val="accent1"/>
          </a:effectRef>
          <a:fontRef idx="minor">
            <a:schemeClr val="tx1"/>
          </a:fontRef>
        </p:style>
      </p:cxnSp>
      <p:sp>
        <p:nvSpPr>
          <p:cNvPr id="9" name="Title 8">
            <a:extLst>
              <a:ext uri="{FF2B5EF4-FFF2-40B4-BE49-F238E27FC236}">
                <a16:creationId xmlns:a16="http://schemas.microsoft.com/office/drawing/2014/main" id="{15478846-46FB-2BEE-98D6-C903223E25CA}"/>
              </a:ext>
            </a:extLst>
          </p:cNvPr>
          <p:cNvSpPr>
            <a:spLocks noGrp="1"/>
          </p:cNvSpPr>
          <p:nvPr>
            <p:ph type="title" hasCustomPrompt="1"/>
          </p:nvPr>
        </p:nvSpPr>
        <p:spPr>
          <a:xfrm>
            <a:off x="128016" y="365760"/>
            <a:ext cx="11534790" cy="5525653"/>
          </a:xfrm>
          <a:noFill/>
        </p:spPr>
        <p:txBody>
          <a:bodyPr anchor="t">
            <a:normAutofit/>
          </a:bodyPr>
          <a:lstStyle>
            <a:lvl1pPr>
              <a:defRPr sz="11500" baseline="0">
                <a:ln>
                  <a:solidFill>
                    <a:schemeClr val="bg1"/>
                  </a:solidFill>
                </a:ln>
                <a:solidFill>
                  <a:schemeClr val="accent1"/>
                </a:solidFill>
              </a:defRPr>
            </a:lvl1pPr>
          </a:lstStyle>
          <a:p>
            <a:r>
              <a:rPr lang="en-US"/>
              <a:t>Section Header</a:t>
            </a:r>
          </a:p>
        </p:txBody>
      </p:sp>
      <p:sp>
        <p:nvSpPr>
          <p:cNvPr id="5" name="Footer Placeholder 4">
            <a:extLst>
              <a:ext uri="{FF2B5EF4-FFF2-40B4-BE49-F238E27FC236}">
                <a16:creationId xmlns:a16="http://schemas.microsoft.com/office/drawing/2014/main" id="{37A8544F-8D58-BFED-5A2B-2F718BA6F4F4}"/>
              </a:ext>
            </a:extLst>
          </p:cNvPr>
          <p:cNvSpPr>
            <a:spLocks noGrp="1"/>
          </p:cNvSpPr>
          <p:nvPr>
            <p:ph type="ftr" sz="quarter" idx="11"/>
          </p:nvPr>
        </p:nvSpPr>
        <p:spPr>
          <a:solidFill>
            <a:schemeClr val="accent1"/>
          </a:solidFill>
        </p:spPr>
        <p:txBody>
          <a:bodyPr/>
          <a:lstStyle>
            <a:lvl1pPr>
              <a:defRPr>
                <a:solidFill>
                  <a:schemeClr val="bg1"/>
                </a:solidFill>
              </a:defRPr>
            </a:lvl1pPr>
          </a:lstStyle>
          <a:p>
            <a:endParaRPr lang="en-US"/>
          </a:p>
        </p:txBody>
      </p:sp>
      <p:sp>
        <p:nvSpPr>
          <p:cNvPr id="4" name="Date Placeholder 3">
            <a:extLst>
              <a:ext uri="{FF2B5EF4-FFF2-40B4-BE49-F238E27FC236}">
                <a16:creationId xmlns:a16="http://schemas.microsoft.com/office/drawing/2014/main" id="{AB70139D-4890-4E0D-B3FD-098A02AB4ADF}"/>
              </a:ext>
            </a:extLst>
          </p:cNvPr>
          <p:cNvSpPr>
            <a:spLocks noGrp="1"/>
          </p:cNvSpPr>
          <p:nvPr>
            <p:ph type="dt" sz="half" idx="10"/>
          </p:nvPr>
        </p:nvSpPr>
        <p:spPr>
          <a:solidFill>
            <a:schemeClr val="accent1"/>
          </a:solidFill>
        </p:spPr>
        <p:txBody>
          <a:bodyPr/>
          <a:lstStyle>
            <a:lvl1pPr>
              <a:defRPr>
                <a:solidFill>
                  <a:schemeClr val="bg1"/>
                </a:solidFill>
              </a:defRPr>
            </a:lvl1pPr>
          </a:lstStyle>
          <a:p>
            <a:fld id="{5BA7A1FE-49BE-4F9D-9EFF-210C8FC3EB45}" type="datetimeFigureOut">
              <a:rPr lang="en-US" smtClean="0"/>
              <a:t>10/4/2026</a:t>
            </a:fld>
            <a:endParaRPr lang="en-US"/>
          </a:p>
        </p:txBody>
      </p:sp>
      <p:sp>
        <p:nvSpPr>
          <p:cNvPr id="6" name="Slide Number Placeholder 5">
            <a:extLst>
              <a:ext uri="{FF2B5EF4-FFF2-40B4-BE49-F238E27FC236}">
                <a16:creationId xmlns:a16="http://schemas.microsoft.com/office/drawing/2014/main" id="{BA1CD1DB-3989-A34F-B5F7-DF66E018CF83}"/>
              </a:ext>
            </a:extLst>
          </p:cNvPr>
          <p:cNvSpPr>
            <a:spLocks noGrp="1"/>
          </p:cNvSpPr>
          <p:nvPr>
            <p:ph type="sldNum" sz="quarter" idx="12"/>
          </p:nvPr>
        </p:nvSpPr>
        <p:spPr>
          <a:solidFill>
            <a:schemeClr val="accent1"/>
          </a:solidFill>
        </p:spPr>
        <p:txBody>
          <a:bodyPr/>
          <a:lstStyle>
            <a:lvl1pPr>
              <a:defRPr>
                <a:solidFill>
                  <a:schemeClr val="bg1"/>
                </a:solidFill>
              </a:defRPr>
            </a:lvl1pPr>
          </a:lstStyle>
          <a:p>
            <a:fld id="{B7097B4E-E6FC-429C-8D92-CF1EF05B48DC}" type="slidenum">
              <a:rPr lang="en-US" smtClean="0"/>
              <a:t>‹#›</a:t>
            </a:fld>
            <a:endParaRPr lang="en-US"/>
          </a:p>
        </p:txBody>
      </p:sp>
    </p:spTree>
    <p:extLst>
      <p:ext uri="{BB962C8B-B14F-4D97-AF65-F5344CB8AC3E}">
        <p14:creationId xmlns:p14="http://schemas.microsoft.com/office/powerpoint/2010/main" val="41525075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53CEDCC-8645-A5B4-D871-D690615124B2}"/>
              </a:ext>
              <a:ext uri="{C183D7F6-B498-43B3-948B-1728B52AA6E4}">
                <adec:decorative xmlns:adec="http://schemas.microsoft.com/office/drawing/2017/decorative" val="1"/>
              </a:ext>
            </a:extLst>
          </p:cNvPr>
          <p:cNvSpPr/>
          <p:nvPr/>
        </p:nvSpPr>
        <p:spPr>
          <a:xfrm>
            <a:off x="1" y="0"/>
            <a:ext cx="12191996"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cxnSp>
        <p:nvCxnSpPr>
          <p:cNvPr id="9" name="Straight Connector 8">
            <a:extLst>
              <a:ext uri="{FF2B5EF4-FFF2-40B4-BE49-F238E27FC236}">
                <a16:creationId xmlns:a16="http://schemas.microsoft.com/office/drawing/2014/main" id="{65A45860-DB3A-9EDB-7B6D-FBF1001212E9}"/>
              </a:ext>
              <a:ext uri="{C183D7F6-B498-43B3-948B-1728B52AA6E4}">
                <adec:decorative xmlns:adec="http://schemas.microsoft.com/office/drawing/2017/decorative" val="1"/>
              </a:ext>
            </a:extLst>
          </p:cNvPr>
          <p:cNvCxnSpPr>
            <a:cxnSpLocks/>
          </p:cNvCxnSpPr>
          <p:nvPr/>
        </p:nvCxnSpPr>
        <p:spPr>
          <a:xfrm flipH="1">
            <a:off x="1321906" y="685800"/>
            <a:ext cx="10184294" cy="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C2FAA59-861A-3F3D-3441-F663554088BE}"/>
              </a:ext>
              <a:ext uri="{C183D7F6-B498-43B3-948B-1728B52AA6E4}">
                <adec:decorative xmlns:adec="http://schemas.microsoft.com/office/drawing/2017/decorative" val="1"/>
              </a:ext>
            </a:extLst>
          </p:cNvPr>
          <p:cNvSpPr/>
          <p:nvPr/>
        </p:nvSpPr>
        <p:spPr>
          <a:xfrm>
            <a:off x="4724403" y="2043904"/>
            <a:ext cx="7467597" cy="48140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rot="16200000">
            <a:off x="-1406175" y="2720396"/>
            <a:ext cx="5645423" cy="2494309"/>
          </a:xfrm>
          <a:solidFill>
            <a:schemeClr val="bg2">
              <a:lumMod val="90000"/>
            </a:schemeClr>
          </a:solidFill>
        </p:spPr>
        <p:txBody>
          <a:bodyPr vert="horz" lIns="91440" tIns="45720" rIns="91440" bIns="137160" rtlCol="0" anchor="t">
            <a:normAutofit/>
          </a:bodyPr>
          <a:lstStyle>
            <a:lvl1pPr>
              <a:defRPr lang="en-US" sz="12000" dirty="0">
                <a:solidFill>
                  <a:schemeClr val="accent2"/>
                </a:solidFill>
              </a:defRPr>
            </a:lvl1pPr>
          </a:lstStyle>
          <a:p>
            <a:pPr lvl="0"/>
            <a:r>
              <a:rPr lang="en-US"/>
              <a:t>Agenda</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586410" y="569843"/>
            <a:ext cx="1470992" cy="541698"/>
          </a:xfrm>
          <a:solidFill>
            <a:schemeClr val="bg2">
              <a:lumMod val="90000"/>
            </a:schemeClr>
          </a:solidFill>
        </p:spPr>
        <p:txBody>
          <a:bodyPr anchor="t"/>
          <a:lstStyle>
            <a:lvl1pPr algn="l">
              <a:defRPr sz="1050"/>
            </a:lvl1pPr>
          </a:lstStyle>
          <a:p>
            <a:endParaRPr lang="en-US"/>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410198" y="2743202"/>
            <a:ext cx="6096001" cy="3467098"/>
          </a:xfrm>
        </p:spPr>
        <p:txBody>
          <a:bodyPr>
            <a:normAutofit/>
          </a:bodyPr>
          <a:lstStyle>
            <a:lvl1pPr marL="342900" indent="-342900">
              <a:buClr>
                <a:schemeClr val="accent2"/>
              </a:buClr>
              <a:buFont typeface="+mj-lt"/>
              <a:buAutoNum type="arabicPeriod"/>
              <a:defRPr sz="1800"/>
            </a:lvl1pPr>
            <a:lvl2pPr marL="800100" indent="-342900">
              <a:buClr>
                <a:schemeClr val="accent2"/>
              </a:buClr>
              <a:buFont typeface="+mj-lt"/>
              <a:buAutoNum type="arabicPeriod"/>
              <a:defRPr sz="1600"/>
            </a:lvl2pPr>
            <a:lvl3pPr marL="1257300" indent="-342900">
              <a:buClr>
                <a:schemeClr val="accent2"/>
              </a:buClr>
              <a:buFont typeface="+mj-lt"/>
              <a:buAutoNum type="arabicPeriod"/>
              <a:defRPr sz="1400"/>
            </a:lvl3pPr>
            <a:lvl4pPr>
              <a:buClr>
                <a:schemeClr val="accent2"/>
              </a:buClr>
              <a:buFont typeface="+mj-lt"/>
              <a:buAutoNum type="arabicPeriod"/>
              <a:defRPr sz="1200"/>
            </a:lvl4pPr>
            <a:lvl5pPr>
              <a:buClr>
                <a:schemeClr val="accent2"/>
              </a:buCl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00458" y="413627"/>
            <a:ext cx="1256738" cy="545500"/>
          </a:xfrm>
          <a:solidFill>
            <a:schemeClr val="bg2">
              <a:lumMod val="90000"/>
            </a:schemeClr>
          </a:solidFill>
        </p:spPr>
        <p:txBody>
          <a:bodyPr/>
          <a:lstStyle/>
          <a:p>
            <a:fld id="{5BA7A1FE-49BE-4F9D-9EFF-210C8FC3EB45}" type="datetimeFigureOut">
              <a:rPr lang="en-US" smtClean="0"/>
              <a:t>10/4/2026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157196" y="413627"/>
            <a:ext cx="429372" cy="545500"/>
          </a:xfrm>
          <a:solidFill>
            <a:schemeClr val="bg2">
              <a:lumMod val="90000"/>
            </a:schemeClr>
          </a:solidFill>
        </p:spPr>
        <p:txBody>
          <a:bodyPr/>
          <a:lstStyle/>
          <a:p>
            <a:fld id="{B7097B4E-E6FC-429C-8D92-CF1EF05B48DC}" type="slidenum">
              <a:rPr lang="en-US" smtClean="0"/>
              <a:t>‹#›</a:t>
            </a:fld>
            <a:endParaRPr lang="en-US"/>
          </a:p>
        </p:txBody>
      </p:sp>
    </p:spTree>
    <p:extLst>
      <p:ext uri="{BB962C8B-B14F-4D97-AF65-F5344CB8AC3E}">
        <p14:creationId xmlns:p14="http://schemas.microsoft.com/office/powerpoint/2010/main" val="8292954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53CEDCC-8645-A5B4-D871-D690615124B2}"/>
              </a:ext>
              <a:ext uri="{C183D7F6-B498-43B3-948B-1728B52AA6E4}">
                <adec:decorative xmlns:adec="http://schemas.microsoft.com/office/drawing/2017/decorative" val="1"/>
              </a:ext>
            </a:extLst>
          </p:cNvPr>
          <p:cNvSpPr/>
          <p:nvPr/>
        </p:nvSpPr>
        <p:spPr>
          <a:xfrm>
            <a:off x="1" y="0"/>
            <a:ext cx="12191996"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8" name="Rectangle 7">
            <a:extLst>
              <a:ext uri="{FF2B5EF4-FFF2-40B4-BE49-F238E27FC236}">
                <a16:creationId xmlns:a16="http://schemas.microsoft.com/office/drawing/2014/main" id="{CC2FAA59-861A-3F3D-3441-F663554088BE}"/>
              </a:ext>
              <a:ext uri="{C183D7F6-B498-43B3-948B-1728B52AA6E4}">
                <adec:decorative xmlns:adec="http://schemas.microsoft.com/office/drawing/2017/decorative" val="1"/>
              </a:ext>
            </a:extLst>
          </p:cNvPr>
          <p:cNvSpPr/>
          <p:nvPr/>
        </p:nvSpPr>
        <p:spPr>
          <a:xfrm>
            <a:off x="1371603" y="3415504"/>
            <a:ext cx="10820397" cy="34424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65A45860-DB3A-9EDB-7B6D-FBF1001212E9}"/>
              </a:ext>
              <a:ext uri="{C183D7F6-B498-43B3-948B-1728B52AA6E4}">
                <adec:decorative xmlns:adec="http://schemas.microsoft.com/office/drawing/2017/decorative" val="1"/>
              </a:ext>
            </a:extLst>
          </p:cNvPr>
          <p:cNvCxnSpPr>
            <a:cxnSpLocks/>
          </p:cNvCxnSpPr>
          <p:nvPr/>
        </p:nvCxnSpPr>
        <p:spPr>
          <a:xfrm flipV="1">
            <a:off x="11506200" y="1113182"/>
            <a:ext cx="0" cy="1704012"/>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46306" y="182880"/>
            <a:ext cx="7930892" cy="2238587"/>
          </a:xfrm>
          <a:noFill/>
        </p:spPr>
        <p:txBody>
          <a:bodyPr anchor="t">
            <a:normAutofit/>
          </a:bodyPr>
          <a:lstStyle>
            <a:lvl1pPr>
              <a:defRPr sz="12000" spc="-50" baseline="0">
                <a:solidFill>
                  <a:schemeClr val="accent2"/>
                </a:solidFill>
              </a:defRPr>
            </a:lvl1pPr>
          </a:lstStyle>
          <a:p>
            <a:r>
              <a:rPr lang="en-US"/>
              <a:t>Agenda</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1804946" y="3840480"/>
            <a:ext cx="6543924" cy="2536466"/>
          </a:xfrm>
        </p:spPr>
        <p:txBody>
          <a:bodyPr>
            <a:normAutofit/>
          </a:bodyPr>
          <a:lstStyle>
            <a:lvl1pPr marL="342900" indent="-342900">
              <a:buClr>
                <a:schemeClr val="accent2"/>
              </a:buClr>
              <a:buFont typeface="+mj-lt"/>
              <a:buAutoNum type="arabicPeriod"/>
              <a:defRPr sz="1800"/>
            </a:lvl1pPr>
            <a:lvl2pPr marL="800100" indent="-342900">
              <a:buClr>
                <a:schemeClr val="accent2"/>
              </a:buClr>
              <a:buFont typeface="+mj-lt"/>
              <a:buAutoNum type="arabicPeriod"/>
              <a:defRPr sz="1600"/>
            </a:lvl2pPr>
            <a:lvl3pPr marL="1257300" indent="-342900">
              <a:buClr>
                <a:schemeClr val="accent2"/>
              </a:buClr>
              <a:buFont typeface="+mj-lt"/>
              <a:buAutoNum type="arabicPeriod"/>
              <a:defRPr sz="1400"/>
            </a:lvl3pPr>
            <a:lvl4pPr>
              <a:buClr>
                <a:schemeClr val="accent2"/>
              </a:buClr>
              <a:buFont typeface="+mj-lt"/>
              <a:buAutoNum type="arabicPeriod"/>
              <a:defRPr sz="1200"/>
            </a:lvl4pPr>
            <a:lvl5pPr>
              <a:buClr>
                <a:schemeClr val="accent2"/>
              </a:buCl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10134611" y="612381"/>
            <a:ext cx="1484228" cy="479352"/>
          </a:xfrm>
          <a:noFill/>
        </p:spPr>
        <p:txBody>
          <a:bodyPr anchor="t"/>
          <a:lstStyle>
            <a:lvl1pPr algn="r">
              <a:defRPr sz="1050"/>
            </a:lvl1pPr>
          </a:lstStyle>
          <a:p>
            <a:endParaRPr lang="en-US"/>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33512" y="2756699"/>
            <a:ext cx="1256738" cy="423823"/>
          </a:xfrm>
          <a:solidFill>
            <a:schemeClr val="bg2">
              <a:lumMod val="90000"/>
            </a:schemeClr>
          </a:solidFill>
        </p:spPr>
        <p:txBody>
          <a:bodyPr anchor="ctr"/>
          <a:lstStyle>
            <a:lvl1pPr algn="r">
              <a:defRPr/>
            </a:lvl1pPr>
          </a:lstStyle>
          <a:p>
            <a:fld id="{5BA7A1FE-49BE-4F9D-9EFF-210C8FC3EB45}" type="datetimeFigureOut">
              <a:rPr lang="en-US" smtClean="0"/>
              <a:t>10/4/2026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10544" y="2756699"/>
            <a:ext cx="429372" cy="423823"/>
          </a:xfrm>
          <a:solidFill>
            <a:schemeClr val="bg2">
              <a:lumMod val="90000"/>
            </a:schemeClr>
          </a:solidFill>
        </p:spPr>
        <p:txBody>
          <a:bodyPr/>
          <a:lstStyle/>
          <a:p>
            <a:fld id="{B7097B4E-E6FC-429C-8D92-CF1EF05B48DC}" type="slidenum">
              <a:rPr lang="en-US" smtClean="0"/>
              <a:t>‹#›</a:t>
            </a:fld>
            <a:endParaRPr lang="en-US"/>
          </a:p>
        </p:txBody>
      </p:sp>
      <p:sp>
        <p:nvSpPr>
          <p:cNvPr id="14" name="Picture Placeholder 13">
            <a:extLst>
              <a:ext uri="{FF2B5EF4-FFF2-40B4-BE49-F238E27FC236}">
                <a16:creationId xmlns:a16="http://schemas.microsoft.com/office/drawing/2014/main" id="{1DA62460-475C-38E7-135D-916B98438D09}"/>
              </a:ext>
            </a:extLst>
          </p:cNvPr>
          <p:cNvSpPr>
            <a:spLocks noGrp="1"/>
          </p:cNvSpPr>
          <p:nvPr>
            <p:ph type="pic" sz="quarter" idx="13" hasCustomPrompt="1"/>
          </p:nvPr>
        </p:nvSpPr>
        <p:spPr>
          <a:xfrm>
            <a:off x="8763000" y="3415504"/>
            <a:ext cx="3429000" cy="3442496"/>
          </a:xfrm>
          <a:blipFill>
            <a:blip r:embed="rId2">
              <a:alphaModFix amt="70000"/>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772584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371601" y="2057399"/>
            <a:ext cx="3429000" cy="1868557"/>
          </a:xfrm>
          <a:noFill/>
        </p:spPr>
        <p:txBody>
          <a:bodyPr anchor="t"/>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486400" y="2057401"/>
            <a:ext cx="4648200" cy="2743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5BA7A1FE-49BE-4F9D-9EFF-210C8FC3EB45}" type="datetimeFigureOut">
              <a:rPr lang="en-US" smtClean="0"/>
              <a:t>10/4/2026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B7097B4E-E6FC-429C-8D92-CF1EF05B48DC}" type="slidenum">
              <a:rPr lang="en-US" smtClean="0"/>
              <a:t>‹#›</a:t>
            </a:fld>
            <a:endParaRPr lang="en-US"/>
          </a:p>
        </p:txBody>
      </p:sp>
    </p:spTree>
    <p:extLst>
      <p:ext uri="{BB962C8B-B14F-4D97-AF65-F5344CB8AC3E}">
        <p14:creationId xmlns:p14="http://schemas.microsoft.com/office/powerpoint/2010/main" val="18493068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1031915"/>
            <a:ext cx="3968496" cy="1494845"/>
          </a:xfrm>
          <a:noFill/>
        </p:spPr>
        <p:txBody>
          <a:bodyPr anchor="t"/>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090020" y="1001865"/>
            <a:ext cx="6416180" cy="46833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7"/>
            <a:ext cx="1179576" cy="365125"/>
          </a:xfrm>
        </p:spPr>
        <p:txBody>
          <a:bodyPr/>
          <a:lstStyle/>
          <a:p>
            <a:fld id="{5BA7A1FE-49BE-4F9D-9EFF-210C8FC3EB45}" type="datetimeFigureOut">
              <a:rPr lang="en-US" smtClean="0"/>
              <a:t>10/4/2026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B7097B4E-E6FC-429C-8D92-CF1EF05B48DC}" type="slidenum">
              <a:rPr lang="en-US" smtClean="0"/>
              <a:t>‹#›</a:t>
            </a:fld>
            <a:endParaRPr lang="en-US"/>
          </a:p>
        </p:txBody>
      </p:sp>
    </p:spTree>
    <p:extLst>
      <p:ext uri="{BB962C8B-B14F-4D97-AF65-F5344CB8AC3E}">
        <p14:creationId xmlns:p14="http://schemas.microsoft.com/office/powerpoint/2010/main" val="18048113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0"/>
            <a:ext cx="3124200" cy="6858000"/>
          </a:xfrm>
          <a:blipFill>
            <a:blip r:embed="rId2">
              <a:alphaModFix amt="70000"/>
            </a:blip>
            <a:stretch>
              <a:fillRect/>
            </a:stretch>
          </a:blipFill>
        </p:spPr>
        <p:txBody>
          <a:bodyPr/>
          <a:lstStyle>
            <a:lvl1pPr marL="0" indent="0">
              <a:buNone/>
              <a:defRPr/>
            </a:lvl1pPr>
          </a:lstStyle>
          <a:p>
            <a:r>
              <a:rPr lang="en-US"/>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2438400" y="0"/>
            <a:ext cx="7391400" cy="1207008"/>
          </a:xfrm>
        </p:spPr>
        <p:txBody>
          <a:bodyPr lIns="137160" tIns="137160" bIns="91440" anchor="b"/>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3733800" y="1367622"/>
            <a:ext cx="7929006" cy="44775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BB460515-4779-2CA9-5335-1F4AD158B79D}"/>
              </a:ext>
              <a:ext uri="{C183D7F6-B498-43B3-948B-1728B52AA6E4}">
                <adec:decorative xmlns:adec="http://schemas.microsoft.com/office/drawing/2017/decorative" val="1"/>
              </a:ext>
            </a:extLst>
          </p:cNvPr>
          <p:cNvCxnSpPr>
            <a:cxnSpLocks/>
          </p:cNvCxnSpPr>
          <p:nvPr/>
        </p:nvCxnSpPr>
        <p:spPr>
          <a:xfrm>
            <a:off x="3810000" y="6210300"/>
            <a:ext cx="7696200"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3657601" y="6029868"/>
            <a:ext cx="2024542" cy="365125"/>
          </a:xfrm>
        </p:spPr>
        <p:txBody>
          <a:bodyPr/>
          <a:lstStyle/>
          <a:p>
            <a:endParaRPr lang="en-US"/>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5BA7A1FE-49BE-4F9D-9EFF-210C8FC3EB45}" type="datetimeFigureOut">
              <a:rPr lang="en-US" smtClean="0"/>
              <a:t>10/4/2026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B7097B4E-E6FC-429C-8D92-CF1EF05B48DC}" type="slidenum">
              <a:rPr lang="en-US" smtClean="0"/>
              <a:t>‹#›</a:t>
            </a:fld>
            <a:endParaRPr lang="en-US"/>
          </a:p>
        </p:txBody>
      </p:sp>
    </p:spTree>
    <p:extLst>
      <p:ext uri="{BB962C8B-B14F-4D97-AF65-F5344CB8AC3E}">
        <p14:creationId xmlns:p14="http://schemas.microsoft.com/office/powerpoint/2010/main" val="36965013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0"/>
            <a:ext cx="5486400" cy="5562600"/>
          </a:xfrm>
          <a:blipFill>
            <a:blip r:embed="rId2">
              <a:alphaModFix amt="70000"/>
            </a:blip>
            <a:stretch>
              <a:fillRect/>
            </a:stretch>
          </a:blipFill>
        </p:spPr>
        <p:txBody>
          <a:bodyPr/>
          <a:lstStyle>
            <a:lvl1pPr marL="0" indent="0">
              <a:buNone/>
              <a:defRPr/>
            </a:lvl1pPr>
          </a:lstStyle>
          <a:p>
            <a:r>
              <a:rPr lang="en-US"/>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5063318" y="0"/>
            <a:ext cx="4385481" cy="1796124"/>
          </a:xfrm>
        </p:spPr>
        <p:txBody>
          <a:bodyPr lIns="137160"/>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5056" y="1965281"/>
            <a:ext cx="4859992" cy="37328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5BA7A1FE-49BE-4F9D-9EFF-210C8FC3EB45}" type="datetimeFigureOut">
              <a:rPr lang="en-US" smtClean="0"/>
              <a:t>10/4/2026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B7097B4E-E6FC-429C-8D92-CF1EF05B48DC}" type="slidenum">
              <a:rPr lang="en-US" smtClean="0"/>
              <a:t>‹#›</a:t>
            </a:fld>
            <a:endParaRPr lang="en-US"/>
          </a:p>
        </p:txBody>
      </p:sp>
    </p:spTree>
    <p:extLst>
      <p:ext uri="{BB962C8B-B14F-4D97-AF65-F5344CB8AC3E}">
        <p14:creationId xmlns:p14="http://schemas.microsoft.com/office/powerpoint/2010/main" val="32195177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499475"/>
            <a:ext cx="3625442" cy="1474692"/>
          </a:xfrm>
          <a:noFill/>
        </p:spPr>
        <p:txBody>
          <a:bodyPr/>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432" y="2124222"/>
            <a:ext cx="3567404" cy="34887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4800601" y="0"/>
            <a:ext cx="7391400" cy="5562600"/>
          </a:xfrm>
          <a:blipFill>
            <a:blip r:embed="rId2">
              <a:alphaModFix amt="70000"/>
            </a:blip>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5BA7A1FE-49BE-4F9D-9EFF-210C8FC3EB45}" type="datetimeFigureOut">
              <a:rPr lang="en-US" smtClean="0"/>
              <a:t>10/4/2026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8206" y="6029868"/>
            <a:ext cx="429372" cy="365125"/>
          </a:xfrm>
        </p:spPr>
        <p:txBody>
          <a:bodyPr/>
          <a:lstStyle/>
          <a:p>
            <a:fld id="{B7097B4E-E6FC-429C-8D92-CF1EF05B48DC}" type="slidenum">
              <a:rPr lang="en-US" smtClean="0"/>
              <a:t>‹#›</a:t>
            </a:fld>
            <a:endParaRPr lang="en-US"/>
          </a:p>
        </p:txBody>
      </p:sp>
    </p:spTree>
    <p:extLst>
      <p:ext uri="{BB962C8B-B14F-4D97-AF65-F5344CB8AC3E}">
        <p14:creationId xmlns:p14="http://schemas.microsoft.com/office/powerpoint/2010/main" val="32203070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430047"/>
            <a:ext cx="4939005" cy="1166270"/>
          </a:xfrm>
          <a:noFill/>
        </p:spPr>
        <p:txBody>
          <a:bodyPr/>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432" y="1746792"/>
            <a:ext cx="5776896" cy="3969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7391400" y="0"/>
            <a:ext cx="4800600" cy="5562600"/>
          </a:xfrm>
          <a:blipFill>
            <a:blip r:embed="rId2">
              <a:alphaModFix amt="70000"/>
            </a:blip>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5BA7A1FE-49BE-4F9D-9EFF-210C8FC3EB45}" type="datetimeFigureOut">
              <a:rPr lang="en-US" smtClean="0"/>
              <a:t>10/4/2026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8206" y="6029868"/>
            <a:ext cx="429372" cy="365125"/>
          </a:xfrm>
        </p:spPr>
        <p:txBody>
          <a:bodyPr/>
          <a:lstStyle/>
          <a:p>
            <a:fld id="{B7097B4E-E6FC-429C-8D92-CF1EF05B48DC}" type="slidenum">
              <a:rPr lang="en-US" smtClean="0"/>
              <a:t>‹#›</a:t>
            </a:fld>
            <a:endParaRPr lang="en-US"/>
          </a:p>
        </p:txBody>
      </p:sp>
    </p:spTree>
    <p:extLst>
      <p:ext uri="{BB962C8B-B14F-4D97-AF65-F5344CB8AC3E}">
        <p14:creationId xmlns:p14="http://schemas.microsoft.com/office/powerpoint/2010/main" val="39629346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0"/>
            <a:ext cx="7848600" cy="6858000"/>
          </a:xfrm>
          <a:blipFill>
            <a:blip r:embed="rId2">
              <a:alphaModFix amt="70000"/>
            </a:blip>
            <a:stretch>
              <a:fillRect/>
            </a:stretch>
          </a:blipFill>
        </p:spPr>
        <p:txBody>
          <a:bodyPr/>
          <a:lstStyle>
            <a:lvl1pPr marL="0" indent="0">
              <a:buNone/>
              <a:defRPr/>
            </a:lvl1pPr>
          </a:lstStyle>
          <a:p>
            <a:r>
              <a:rPr lang="en-US"/>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7450456" y="0"/>
            <a:ext cx="4142830" cy="1978681"/>
          </a:xfrm>
        </p:spPr>
        <p:txBody>
          <a:bodyPr lIns="137160"/>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8442196" y="2112973"/>
            <a:ext cx="3151090" cy="36782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8439912" y="6029868"/>
            <a:ext cx="1911096" cy="365125"/>
          </a:xfrm>
          <a:noFill/>
        </p:spPr>
        <p:txBody>
          <a:bodyPr/>
          <a:lstStyle/>
          <a:p>
            <a:endParaRPr lang="en-US"/>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351008" y="6029868"/>
            <a:ext cx="890077" cy="365125"/>
          </a:xfrm>
          <a:noFill/>
        </p:spPr>
        <p:txBody>
          <a:bodyPr/>
          <a:lstStyle/>
          <a:p>
            <a:fld id="{5BA7A1FE-49BE-4F9D-9EFF-210C8FC3EB45}" type="datetimeFigureOut">
              <a:rPr lang="en-US" smtClean="0"/>
              <a:t>10/4/2026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p>
            <a:fld id="{B7097B4E-E6FC-429C-8D92-CF1EF05B48DC}" type="slidenum">
              <a:rPr lang="en-US" smtClean="0"/>
              <a:t>‹#›</a:t>
            </a:fld>
            <a:endParaRPr lang="en-US"/>
          </a:p>
        </p:txBody>
      </p:sp>
    </p:spTree>
    <p:extLst>
      <p:ext uri="{BB962C8B-B14F-4D97-AF65-F5344CB8AC3E}">
        <p14:creationId xmlns:p14="http://schemas.microsoft.com/office/powerpoint/2010/main" val="22820084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EEB1BA68-9980-8CBB-7BAF-A1D760EB21EC}"/>
              </a:ext>
            </a:extLst>
          </p:cNvPr>
          <p:cNvSpPr>
            <a:spLocks noGrp="1"/>
          </p:cNvSpPr>
          <p:nvPr>
            <p:ph type="pic" sz="quarter" idx="13" hasCustomPrompt="1"/>
          </p:nvPr>
        </p:nvSpPr>
        <p:spPr>
          <a:xfrm>
            <a:off x="0" y="1"/>
            <a:ext cx="12192000" cy="6858000"/>
          </a:xfrm>
          <a:custGeom>
            <a:avLst/>
            <a:gdLst>
              <a:gd name="connsiteX0" fmla="*/ 480060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5562599 h 6858000"/>
              <a:gd name="connsiteX5" fmla="*/ 4800600 w 12192000"/>
              <a:gd name="connsiteY5" fmla="*/ 55625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4800600" y="0"/>
                </a:moveTo>
                <a:lnTo>
                  <a:pt x="12192000" y="0"/>
                </a:lnTo>
                <a:lnTo>
                  <a:pt x="12192000" y="6858000"/>
                </a:lnTo>
                <a:lnTo>
                  <a:pt x="0" y="6858000"/>
                </a:lnTo>
                <a:lnTo>
                  <a:pt x="0" y="5562599"/>
                </a:lnTo>
                <a:lnTo>
                  <a:pt x="4800600" y="5562599"/>
                </a:lnTo>
                <a:close/>
              </a:path>
            </a:pathLst>
          </a:custGeom>
          <a:blipFill>
            <a:blip r:embed="rId2">
              <a:alphaModFix amt="70000"/>
            </a:blip>
            <a:stretch>
              <a:fillRect/>
            </a:stretch>
          </a:blipFill>
        </p:spPr>
        <p:txBody>
          <a:bodyPr wrap="square">
            <a:noAutofit/>
          </a:bodyPr>
          <a:lstStyle>
            <a:lvl1pPr marL="0" indent="0">
              <a:buNone/>
              <a:defRPr/>
            </a:lvl1pPr>
          </a:lstStyle>
          <a:p>
            <a:r>
              <a:rPr lang="en-US"/>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1001376"/>
            <a:ext cx="3601122" cy="1362458"/>
          </a:xfrm>
          <a:noFill/>
        </p:spPr>
        <p:txBody>
          <a:bodyPr/>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3504" y="2496848"/>
            <a:ext cx="3601122" cy="230375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3504" y="503237"/>
            <a:ext cx="1907799" cy="365125"/>
          </a:xfrm>
          <a:noFill/>
        </p:spPr>
        <p:txBody>
          <a:bodyPr/>
          <a:lstStyle>
            <a:lvl1pPr algn="l">
              <a:defRPr/>
            </a:lvl1pPr>
          </a:lstStyle>
          <a:p>
            <a:endParaRPr lang="en-US"/>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603504" y="4800600"/>
            <a:ext cx="1256738" cy="365125"/>
          </a:xfrm>
          <a:noFill/>
        </p:spPr>
        <p:txBody>
          <a:bodyPr/>
          <a:lstStyle>
            <a:lvl1pPr algn="l">
              <a:defRPr/>
            </a:lvl1pPr>
          </a:lstStyle>
          <a:p>
            <a:fld id="{5BA7A1FE-49BE-4F9D-9EFF-210C8FC3EB45}" type="datetimeFigureOut">
              <a:rPr lang="en-US" smtClean="0"/>
              <a:t>10/4/2026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3947641" y="4800600"/>
            <a:ext cx="429372" cy="365125"/>
          </a:xfrm>
          <a:noFill/>
        </p:spPr>
        <p:txBody>
          <a:bodyPr/>
          <a:lstStyle/>
          <a:p>
            <a:fld id="{B7097B4E-E6FC-429C-8D92-CF1EF05B48DC}" type="slidenum">
              <a:rPr lang="en-US" smtClean="0"/>
              <a:t>‹#›</a:t>
            </a:fld>
            <a:endParaRPr lang="en-US"/>
          </a:p>
        </p:txBody>
      </p:sp>
    </p:spTree>
    <p:extLst>
      <p:ext uri="{BB962C8B-B14F-4D97-AF65-F5344CB8AC3E}">
        <p14:creationId xmlns:p14="http://schemas.microsoft.com/office/powerpoint/2010/main" val="3205393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4673955"/>
            <a:ext cx="3154680" cy="1287913"/>
          </a:xfrm>
          <a:noFill/>
        </p:spPr>
        <p:txBody>
          <a:bodyPr anchor="t"/>
          <a:lstStyle>
            <a:lvl1pPr>
              <a:defRPr/>
            </a:lvl1pPr>
          </a:lstStyle>
          <a:p>
            <a:r>
              <a:rPr lang="en-US"/>
              <a:t>Click to Edit Master Title style</a:t>
            </a:r>
          </a:p>
        </p:txBody>
      </p:sp>
      <p:sp>
        <p:nvSpPr>
          <p:cNvPr id="16" name="Picture Placeholder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0" y="0"/>
            <a:ext cx="12191999" cy="4114800"/>
          </a:xfrm>
          <a:blipFill>
            <a:blip r:embed="rId2">
              <a:alphaModFix amt="7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114800" y="4647060"/>
            <a:ext cx="7552114" cy="1382807"/>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noFill/>
        </p:spPr>
        <p:txBody>
          <a:bodyPr/>
          <a:lstStyle/>
          <a:p>
            <a:endParaRPr lang="en-US"/>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a:noFill/>
        </p:spPr>
        <p:txBody>
          <a:bodyPr/>
          <a:lstStyle/>
          <a:p>
            <a:fld id="{5BA7A1FE-49BE-4F9D-9EFF-210C8FC3EB45}" type="datetimeFigureOut">
              <a:rPr lang="en-US" smtClean="0"/>
              <a:t>10/4/2026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7542" y="6029868"/>
            <a:ext cx="429372" cy="365125"/>
          </a:xfrm>
          <a:noFill/>
        </p:spPr>
        <p:txBody>
          <a:bodyPr/>
          <a:lstStyle/>
          <a:p>
            <a:fld id="{B7097B4E-E6FC-429C-8D92-CF1EF05B48DC}" type="slidenum">
              <a:rPr lang="en-US" smtClean="0"/>
              <a:t>‹#›</a:t>
            </a:fld>
            <a:endParaRPr lang="en-US"/>
          </a:p>
        </p:txBody>
      </p:sp>
    </p:spTree>
    <p:extLst>
      <p:ext uri="{BB962C8B-B14F-4D97-AF65-F5344CB8AC3E}">
        <p14:creationId xmlns:p14="http://schemas.microsoft.com/office/powerpoint/2010/main" val="30962773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3505" y="337062"/>
            <a:ext cx="6787898" cy="845931"/>
          </a:xfrm>
        </p:spPr>
        <p:txBody>
          <a:bodyPr tIns="91440" bIns="91440"/>
          <a:lstStyle>
            <a:lvl1pPr>
              <a:defRPr/>
            </a:lvl1pPr>
          </a:lstStyle>
          <a:p>
            <a:r>
              <a:rPr lang="en-US"/>
              <a:t>Click to edit Master title style</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9705468" y="637706"/>
            <a:ext cx="1907799" cy="365125"/>
          </a:xfrm>
        </p:spPr>
        <p:txBody>
          <a:bodyPr anchor="t"/>
          <a:lstStyle>
            <a:lvl1pPr algn="r">
              <a:defRPr/>
            </a:lvl1pPr>
          </a:lstStyle>
          <a:p>
            <a:endParaRPr lang="en-US"/>
          </a:p>
        </p:txBody>
      </p:sp>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1371600"/>
            <a:ext cx="7391402" cy="5486400"/>
          </a:xfrm>
          <a:blipFill>
            <a:blip r:embed="rId2">
              <a:alphaModFix amt="7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7966163" y="1266737"/>
            <a:ext cx="2894795" cy="47631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5BA7A1FE-49BE-4F9D-9EFF-210C8FC3EB45}" type="datetimeFigureOut">
              <a:rPr lang="en-US" smtClean="0"/>
              <a:t>10/4/2026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B7097B4E-E6FC-429C-8D92-CF1EF05B48DC}" type="slidenum">
              <a:rPr lang="en-US" smtClean="0"/>
              <a:t>‹#›</a:t>
            </a:fld>
            <a:endParaRPr lang="en-US"/>
          </a:p>
        </p:txBody>
      </p:sp>
      <p:cxnSp>
        <p:nvCxnSpPr>
          <p:cNvPr id="12" name="Straight Connector 11">
            <a:extLst>
              <a:ext uri="{FF2B5EF4-FFF2-40B4-BE49-F238E27FC236}">
                <a16:creationId xmlns:a16="http://schemas.microsoft.com/office/drawing/2014/main" id="{DF397562-DA4B-EE6B-8F6C-1CE4F33EBED1}"/>
              </a:ext>
              <a:ext uri="{C183D7F6-B498-43B3-948B-1728B52AA6E4}">
                <adec:decorative xmlns:adec="http://schemas.microsoft.com/office/drawing/2017/decorative" val="1"/>
              </a:ext>
            </a:extLst>
          </p:cNvPr>
          <p:cNvCxnSpPr>
            <a:cxnSpLocks/>
          </p:cNvCxnSpPr>
          <p:nvPr/>
        </p:nvCxnSpPr>
        <p:spPr>
          <a:xfrm>
            <a:off x="11502704" y="1028700"/>
            <a:ext cx="0" cy="480060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69058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1"/>
            <a:ext cx="4800600" cy="4822372"/>
          </a:xfrm>
          <a:blipFill>
            <a:blip r:embed="rId2">
              <a:alphaModFix amt="70000"/>
            </a:blip>
            <a:stretch>
              <a:fillRect/>
            </a:stretch>
          </a:blipFill>
        </p:spPr>
        <p:txBody>
          <a:bodyPr/>
          <a:lstStyle>
            <a:lvl1pPr marL="0" indent="0">
              <a:buNone/>
              <a:defRPr/>
            </a:lvl1pPr>
          </a:lstStyle>
          <a:p>
            <a:r>
              <a:rPr lang="en-US"/>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002085" y="4374100"/>
            <a:ext cx="3897905" cy="1380814"/>
          </a:xfrm>
        </p:spPr>
        <p:txBody>
          <a:bodyPr lIns="137160" tIns="137160" anchor="t"/>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389516" y="685800"/>
            <a:ext cx="5430884" cy="52049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2974" y="6029867"/>
            <a:ext cx="1911096" cy="365126"/>
          </a:xfrm>
          <a:solidFill>
            <a:schemeClr val="bg1"/>
          </a:solidFill>
        </p:spPr>
        <p:txBody>
          <a:bodyPr anchor="ctr"/>
          <a:lstStyle>
            <a:lvl1pPr algn="l">
              <a:defRPr/>
            </a:lvl1pPr>
          </a:lstStyle>
          <a:p>
            <a:endParaRPr lang="en-US"/>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a:solidFill>
            <a:schemeClr val="bg1"/>
          </a:solidFill>
        </p:spPr>
        <p:txBody>
          <a:bodyPr/>
          <a:lstStyle/>
          <a:p>
            <a:fld id="{5BA7A1FE-49BE-4F9D-9EFF-210C8FC3EB45}" type="datetimeFigureOut">
              <a:rPr lang="en-US" smtClean="0"/>
              <a:t>10/4/2026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B7097B4E-E6FC-429C-8D92-CF1EF05B48DC}" type="slidenum">
              <a:rPr lang="en-US" smtClean="0"/>
              <a:t>‹#›</a:t>
            </a:fld>
            <a:endParaRPr lang="en-US"/>
          </a:p>
        </p:txBody>
      </p:sp>
    </p:spTree>
    <p:extLst>
      <p:ext uri="{BB962C8B-B14F-4D97-AF65-F5344CB8AC3E}">
        <p14:creationId xmlns:p14="http://schemas.microsoft.com/office/powerpoint/2010/main" val="15384359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 preserve="1">
  <p:cSld name="Number Larg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424EAB6-808C-672B-68A5-49764748CDD8}"/>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4800599" y="5149121"/>
            <a:ext cx="6861107" cy="842527"/>
          </a:xfrm>
          <a:noFill/>
        </p:spPr>
        <p:txBody>
          <a:bodyPr anchor="t"/>
          <a:lstStyle>
            <a:lvl1pPr algn="r">
              <a:defRPr b="0" cap="all" baseline="0">
                <a:solidFill>
                  <a:schemeClr val="accent1"/>
                </a:solidFill>
                <a:effectLst/>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434196" y="120765"/>
            <a:ext cx="10723000" cy="4260404"/>
          </a:xfrm>
        </p:spPr>
        <p:txBody>
          <a:bodyPr lIns="0" tIns="0" rIns="0" bIns="0" anchor="b">
            <a:normAutofit/>
          </a:bodyPr>
          <a:lstStyle>
            <a:lvl1pPr marL="0" indent="0">
              <a:buNone/>
              <a:defRPr sz="28000" spc="-200" baseline="0">
                <a:solidFill>
                  <a:schemeClr val="accent3"/>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6029867"/>
            <a:ext cx="2137769" cy="365125"/>
          </a:xfrm>
          <a:noFill/>
        </p:spPr>
        <p:txBody>
          <a:bodyPr/>
          <a:lstStyle>
            <a:lvl1pPr>
              <a:defRPr b="0">
                <a:solidFill>
                  <a:schemeClr val="tx2"/>
                </a:solidFill>
              </a:defRPr>
            </a:lvl1pPr>
          </a:lstStyle>
          <a:p>
            <a:endParaRPr lang="en-US"/>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a:lstStyle>
            <a:lvl1pPr>
              <a:defRPr>
                <a:solidFill>
                  <a:schemeClr val="tx2"/>
                </a:solidFill>
              </a:defRPr>
            </a:lvl1pPr>
          </a:lstStyle>
          <a:p>
            <a:fld id="{5BA7A1FE-49BE-4F9D-9EFF-210C8FC3EB45}" type="datetimeFigureOut">
              <a:rPr lang="en-US" smtClean="0"/>
              <a:t>10/4/2026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lvl1pPr>
              <a:defRPr>
                <a:solidFill>
                  <a:schemeClr val="tx2"/>
                </a:solidFill>
              </a:defRPr>
            </a:lvl1pPr>
          </a:lstStyle>
          <a:p>
            <a:fld id="{B7097B4E-E6FC-429C-8D92-CF1EF05B48DC}" type="slidenum">
              <a:rPr lang="en-US" smtClean="0"/>
              <a:t>‹#›</a:t>
            </a:fld>
            <a:endParaRPr lang="en-US"/>
          </a:p>
        </p:txBody>
      </p:sp>
      <p:cxnSp>
        <p:nvCxnSpPr>
          <p:cNvPr id="9" name="Straight Connector 8">
            <a:extLst>
              <a:ext uri="{FF2B5EF4-FFF2-40B4-BE49-F238E27FC236}">
                <a16:creationId xmlns:a16="http://schemas.microsoft.com/office/drawing/2014/main" id="{838393CD-94B6-EC8A-E14F-A09689A25C51}"/>
              </a:ext>
              <a:ext uri="{C183D7F6-B498-43B3-948B-1728B52AA6E4}">
                <adec:decorative xmlns:adec="http://schemas.microsoft.com/office/drawing/2017/decorative" val="1"/>
              </a:ext>
            </a:extLst>
          </p:cNvPr>
          <p:cNvCxnSpPr>
            <a:cxnSpLocks/>
          </p:cNvCxnSpPr>
          <p:nvPr/>
        </p:nvCxnSpPr>
        <p:spPr>
          <a:xfrm>
            <a:off x="11503594" y="675861"/>
            <a:ext cx="0" cy="4184295"/>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75764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 preserve="1">
  <p:cSld name="Statem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65FCAFD-B73A-5597-B603-55FD5D3AAC1E}"/>
              </a:ext>
              <a:ext uri="{C183D7F6-B498-43B3-948B-1728B52AA6E4}">
                <adec:decorative xmlns:adec="http://schemas.microsoft.com/office/drawing/2017/decorative" val="1"/>
              </a:ext>
            </a:extLst>
          </p:cNvPr>
          <p:cNvSpPr/>
          <p:nvPr/>
        </p:nvSpPr>
        <p:spPr>
          <a:xfrm>
            <a:off x="1" y="0"/>
            <a:ext cx="12192000" cy="6858000"/>
          </a:xfrm>
          <a:prstGeom prst="rect">
            <a:avLst/>
          </a:prstGeom>
          <a:solidFill>
            <a:schemeClr val="accent2">
              <a:lumMod val="60000"/>
              <a:lumOff val="4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5431" y="-785191"/>
            <a:ext cx="10981137" cy="640080"/>
          </a:xfrm>
          <a:noFill/>
        </p:spPr>
        <p:txBody>
          <a:body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337930" y="1649896"/>
            <a:ext cx="10169921" cy="4949687"/>
          </a:xfrm>
        </p:spPr>
        <p:txBody>
          <a:bodyPr anchor="b">
            <a:normAutofit/>
          </a:bodyPr>
          <a:lstStyle>
            <a:lvl1pPr marL="0" indent="0">
              <a:lnSpc>
                <a:spcPct val="80000"/>
              </a:lnSpc>
              <a:spcBef>
                <a:spcPts val="0"/>
              </a:spcBef>
              <a:buNone/>
              <a:defRPr sz="7200" cap="all" spc="-100" baseline="0">
                <a:solidFill>
                  <a:schemeClr val="accent1"/>
                </a:solidFill>
                <a:latin typeface="+mj-lt"/>
              </a:defRPr>
            </a:lvl1pPr>
            <a:lvl2pPr marL="457200" indent="0">
              <a:lnSpc>
                <a:spcPct val="80000"/>
              </a:lnSpc>
              <a:buNone/>
              <a:defRPr sz="7200" cap="all" baseline="0">
                <a:solidFill>
                  <a:schemeClr val="bg1"/>
                </a:solidFill>
                <a:latin typeface="+mj-lt"/>
              </a:defRPr>
            </a:lvl2pPr>
            <a:lvl3pPr marL="914400" indent="0">
              <a:lnSpc>
                <a:spcPct val="80000"/>
              </a:lnSpc>
              <a:buNone/>
              <a:defRPr sz="7200" cap="all" baseline="0">
                <a:solidFill>
                  <a:schemeClr val="bg1"/>
                </a:solidFill>
                <a:latin typeface="+mj-lt"/>
              </a:defRPr>
            </a:lvl3pPr>
            <a:lvl4pPr marL="1371600" indent="0">
              <a:lnSpc>
                <a:spcPct val="80000"/>
              </a:lnSpc>
              <a:buNone/>
              <a:defRPr sz="6600" cap="all" baseline="0">
                <a:solidFill>
                  <a:schemeClr val="bg1"/>
                </a:solidFill>
                <a:latin typeface="+mj-lt"/>
              </a:defRPr>
            </a:lvl4pPr>
            <a:lvl5pPr marL="1828800" indent="0">
              <a:lnSpc>
                <a:spcPct val="80000"/>
              </a:lnSpc>
              <a:buNone/>
              <a:defRPr sz="6600" cap="all" baseline="0">
                <a:solidFill>
                  <a:schemeClr val="bg1"/>
                </a:solidFill>
                <a:latin typeface="+mj-lt"/>
              </a:defRPr>
            </a:lvl5pPr>
          </a:lstStyle>
          <a:p>
            <a:pPr lvl="0"/>
            <a:r>
              <a:rPr lang="en-US"/>
              <a:t>Click to edit statement</a:t>
            </a:r>
          </a:p>
        </p:txBody>
      </p:sp>
      <p:cxnSp>
        <p:nvCxnSpPr>
          <p:cNvPr id="9" name="Straight Connector 8">
            <a:extLst>
              <a:ext uri="{FF2B5EF4-FFF2-40B4-BE49-F238E27FC236}">
                <a16:creationId xmlns:a16="http://schemas.microsoft.com/office/drawing/2014/main" id="{E9C1887E-643E-BB68-F557-E1EAB0A0A644}"/>
              </a:ext>
              <a:ext uri="{C183D7F6-B498-43B3-948B-1728B52AA6E4}">
                <adec:decorative xmlns:adec="http://schemas.microsoft.com/office/drawing/2017/decorative" val="1"/>
              </a:ext>
            </a:extLst>
          </p:cNvPr>
          <p:cNvCxnSpPr>
            <a:cxnSpLocks/>
          </p:cNvCxnSpPr>
          <p:nvPr/>
        </p:nvCxnSpPr>
        <p:spPr>
          <a:xfrm flipH="1">
            <a:off x="926297" y="685800"/>
            <a:ext cx="10326757" cy="0"/>
          </a:xfrm>
          <a:prstGeom prst="line">
            <a:avLst/>
          </a:prstGeom>
          <a:ln w="12700">
            <a:solidFill>
              <a:schemeClr val="bg1">
                <a:alpha val="47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501227"/>
            <a:ext cx="1907799" cy="365125"/>
          </a:xfrm>
          <a:solidFill>
            <a:schemeClr val="accent2">
              <a:lumMod val="60000"/>
              <a:lumOff val="40000"/>
            </a:schemeClr>
          </a:solidFill>
        </p:spPr>
        <p:txBody>
          <a:bodyPr/>
          <a:lstStyle>
            <a:lvl1pPr>
              <a:defRPr b="0" spc="0">
                <a:solidFill>
                  <a:schemeClr val="bg1"/>
                </a:solidFill>
              </a:defRPr>
            </a:lvl1pPr>
          </a:lstStyle>
          <a:p>
            <a:endParaRPr lang="en-US"/>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00458" y="501227"/>
            <a:ext cx="1256738" cy="365125"/>
          </a:xfrm>
          <a:solidFill>
            <a:schemeClr val="accent2">
              <a:lumMod val="60000"/>
              <a:lumOff val="40000"/>
            </a:schemeClr>
          </a:solidFill>
        </p:spPr>
        <p:txBody>
          <a:bodyPr/>
          <a:lstStyle>
            <a:lvl1pPr>
              <a:defRPr>
                <a:solidFill>
                  <a:schemeClr val="bg1"/>
                </a:solidFill>
              </a:defRPr>
            </a:lvl1pPr>
          </a:lstStyle>
          <a:p>
            <a:fld id="{5BA7A1FE-49BE-4F9D-9EFF-210C8FC3EB45}" type="datetimeFigureOut">
              <a:rPr lang="en-US" smtClean="0"/>
              <a:t>10/4/2026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157196" y="501227"/>
            <a:ext cx="429372" cy="365125"/>
          </a:xfrm>
          <a:solidFill>
            <a:schemeClr val="accent2">
              <a:lumMod val="60000"/>
              <a:lumOff val="40000"/>
            </a:schemeClr>
          </a:solidFill>
        </p:spPr>
        <p:txBody>
          <a:bodyPr/>
          <a:lstStyle>
            <a:lvl1pPr>
              <a:defRPr>
                <a:solidFill>
                  <a:schemeClr val="bg1"/>
                </a:solidFill>
              </a:defRPr>
            </a:lvl1pPr>
          </a:lstStyle>
          <a:p>
            <a:fld id="{B7097B4E-E6FC-429C-8D92-CF1EF05B48DC}" type="slidenum">
              <a:rPr lang="en-US" smtClean="0"/>
              <a:t>‹#›</a:t>
            </a:fld>
            <a:endParaRPr lang="en-US"/>
          </a:p>
        </p:txBody>
      </p:sp>
    </p:spTree>
    <p:extLst>
      <p:ext uri="{BB962C8B-B14F-4D97-AF65-F5344CB8AC3E}">
        <p14:creationId xmlns:p14="http://schemas.microsoft.com/office/powerpoint/2010/main" val="37065961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052C017-FC5C-A7A2-BA15-6C113717C33C}"/>
              </a:ext>
              <a:ext uri="{C183D7F6-B498-43B3-948B-1728B52AA6E4}">
                <adec:decorative xmlns:adec="http://schemas.microsoft.com/office/drawing/2017/decorative" val="1"/>
              </a:ext>
            </a:extLst>
          </p:cNvPr>
          <p:cNvSpPr/>
          <p:nvPr/>
        </p:nvSpPr>
        <p:spPr>
          <a:xfrm>
            <a:off x="0" y="0"/>
            <a:ext cx="12191999" cy="6858001"/>
          </a:xfrm>
          <a:prstGeom prst="rect">
            <a:avLst/>
          </a:prstGeom>
          <a:solidFill>
            <a:schemeClr val="accent3">
              <a:lumMod val="60000"/>
              <a:lumOff val="4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8" name="Rectangle 7">
            <a:extLst>
              <a:ext uri="{FF2B5EF4-FFF2-40B4-BE49-F238E27FC236}">
                <a16:creationId xmlns:a16="http://schemas.microsoft.com/office/drawing/2014/main" id="{358D5F78-0179-D9C3-74D3-62CE152FFECE}"/>
              </a:ext>
              <a:ext uri="{C183D7F6-B498-43B3-948B-1728B52AA6E4}">
                <adec:decorative xmlns:adec="http://schemas.microsoft.com/office/drawing/2017/decorative" val="1"/>
              </a:ext>
            </a:extLst>
          </p:cNvPr>
          <p:cNvSpPr/>
          <p:nvPr/>
        </p:nvSpPr>
        <p:spPr>
          <a:xfrm>
            <a:off x="1" y="2"/>
            <a:ext cx="8763000" cy="5038338"/>
          </a:xfrm>
          <a:prstGeom prst="rect">
            <a:avLst/>
          </a:prstGeom>
          <a:solidFill>
            <a:schemeClr val="accent3">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ABB386FE-4A21-B72A-BB2B-D4FDFDC3ECA5}"/>
              </a:ext>
              <a:ext uri="{C183D7F6-B498-43B3-948B-1728B52AA6E4}">
                <adec:decorative xmlns:adec="http://schemas.microsoft.com/office/drawing/2017/decorative" val="1"/>
              </a:ext>
            </a:extLst>
          </p:cNvPr>
          <p:cNvCxnSpPr>
            <a:cxnSpLocks/>
          </p:cNvCxnSpPr>
          <p:nvPr/>
        </p:nvCxnSpPr>
        <p:spPr>
          <a:xfrm flipH="1">
            <a:off x="722427" y="6212437"/>
            <a:ext cx="10808612" cy="0"/>
          </a:xfrm>
          <a:prstGeom prst="line">
            <a:avLst/>
          </a:prstGeom>
          <a:ln w="12700">
            <a:solidFill>
              <a:schemeClr val="accent5">
                <a:alpha val="45000"/>
              </a:schemeClr>
            </a:solidFill>
          </a:ln>
        </p:spPr>
        <p:style>
          <a:lnRef idx="1">
            <a:schemeClr val="accent1"/>
          </a:lnRef>
          <a:fillRef idx="0">
            <a:schemeClr val="accent1"/>
          </a:fillRef>
          <a:effectRef idx="0">
            <a:schemeClr val="accent1"/>
          </a:effectRef>
          <a:fontRef idx="minor">
            <a:schemeClr val="tx1"/>
          </a:fontRef>
        </p:style>
      </p:cxnSp>
      <p:sp>
        <p:nvSpPr>
          <p:cNvPr id="7" name="Title 6">
            <a:extLst>
              <a:ext uri="{FF2B5EF4-FFF2-40B4-BE49-F238E27FC236}">
                <a16:creationId xmlns:a16="http://schemas.microsoft.com/office/drawing/2014/main" id="{D4813FB1-9165-4DD7-C4C2-EAFC20602DB8}"/>
              </a:ext>
            </a:extLst>
          </p:cNvPr>
          <p:cNvSpPr>
            <a:spLocks noGrp="1"/>
          </p:cNvSpPr>
          <p:nvPr>
            <p:ph type="title" hasCustomPrompt="1"/>
          </p:nvPr>
        </p:nvSpPr>
        <p:spPr>
          <a:xfrm>
            <a:off x="4114800" y="5410203"/>
            <a:ext cx="7543800" cy="372746"/>
          </a:xfrm>
          <a:noFill/>
        </p:spPr>
        <p:txBody>
          <a:bodyPr tIns="91440" bIns="91440" anchor="ctr">
            <a:normAutofit/>
          </a:bodyPr>
          <a:lstStyle>
            <a:lvl1pPr algn="r">
              <a:defRPr sz="2000">
                <a:solidFill>
                  <a:schemeClr val="accent1"/>
                </a:solidFill>
              </a:defRPr>
            </a:lvl1pPr>
          </a:lstStyle>
          <a:p>
            <a:r>
              <a:rPr lang="en-US"/>
              <a:t>Quote Author</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603504" y="725556"/>
            <a:ext cx="8845296" cy="3656168"/>
          </a:xfrm>
        </p:spPr>
        <p:txBody>
          <a:bodyPr>
            <a:normAutofit/>
          </a:bodyPr>
          <a:lstStyle>
            <a:lvl1pPr marL="228600" indent="-228600">
              <a:lnSpc>
                <a:spcPct val="85000"/>
              </a:lnSpc>
              <a:spcBef>
                <a:spcPts val="0"/>
              </a:spcBef>
              <a:buNone/>
              <a:defRPr sz="5800" b="0" cap="all" spc="0" baseline="0">
                <a:solidFill>
                  <a:schemeClr val="accent5"/>
                </a:solidFill>
                <a:latin typeface="+mj-lt"/>
              </a:defRPr>
            </a:lvl1pPr>
          </a:lstStyle>
          <a:p>
            <a:pPr lvl="0"/>
            <a:r>
              <a:rPr lang="en-US"/>
              <a:t>Click to edit quote</a:t>
            </a:r>
          </a:p>
        </p:txBody>
      </p:sp>
      <p:sp>
        <p:nvSpPr>
          <p:cNvPr id="10" name="Footer Placeholder 9">
            <a:extLst>
              <a:ext uri="{FF2B5EF4-FFF2-40B4-BE49-F238E27FC236}">
                <a16:creationId xmlns:a16="http://schemas.microsoft.com/office/drawing/2014/main" id="{94F49A81-8721-B846-5567-52769C04D66C}"/>
              </a:ext>
            </a:extLst>
          </p:cNvPr>
          <p:cNvSpPr>
            <a:spLocks noGrp="1"/>
          </p:cNvSpPr>
          <p:nvPr>
            <p:ph type="ftr" sz="quarter" idx="11"/>
          </p:nvPr>
        </p:nvSpPr>
        <p:spPr>
          <a:xfrm>
            <a:off x="605430" y="6029868"/>
            <a:ext cx="1911096" cy="365125"/>
          </a:xfrm>
          <a:solidFill>
            <a:schemeClr val="accent3">
              <a:lumMod val="60000"/>
              <a:lumOff val="40000"/>
            </a:schemeClr>
          </a:solidFill>
        </p:spPr>
        <p:txBody>
          <a:bodyPr/>
          <a:lstStyle>
            <a:lvl1pPr>
              <a:defRPr b="0">
                <a:solidFill>
                  <a:schemeClr val="accent5"/>
                </a:solidFill>
                <a:latin typeface="+mn-lt"/>
              </a:defRPr>
            </a:lvl1pPr>
          </a:lstStyle>
          <a:p>
            <a:endParaRPr lang="en-US"/>
          </a:p>
        </p:txBody>
      </p:sp>
      <p:sp>
        <p:nvSpPr>
          <p:cNvPr id="9" name="Date Placeholder 8">
            <a:extLst>
              <a:ext uri="{FF2B5EF4-FFF2-40B4-BE49-F238E27FC236}">
                <a16:creationId xmlns:a16="http://schemas.microsoft.com/office/drawing/2014/main" id="{FB3E54B7-FFB1-7BFC-0189-A17360728C52}"/>
              </a:ext>
            </a:extLst>
          </p:cNvPr>
          <p:cNvSpPr>
            <a:spLocks noGrp="1"/>
          </p:cNvSpPr>
          <p:nvPr>
            <p:ph type="dt" sz="half" idx="10"/>
          </p:nvPr>
        </p:nvSpPr>
        <p:spPr>
          <a:xfrm>
            <a:off x="9802368" y="6029868"/>
            <a:ext cx="1435608" cy="365125"/>
          </a:xfrm>
          <a:solidFill>
            <a:schemeClr val="accent3">
              <a:lumMod val="60000"/>
              <a:lumOff val="40000"/>
            </a:schemeClr>
          </a:solidFill>
        </p:spPr>
        <p:txBody>
          <a:bodyPr/>
          <a:lstStyle>
            <a:lvl1pPr>
              <a:defRPr b="0">
                <a:solidFill>
                  <a:schemeClr val="accent5"/>
                </a:solidFill>
                <a:latin typeface="+mn-lt"/>
              </a:defRPr>
            </a:lvl1pPr>
          </a:lstStyle>
          <a:p>
            <a:fld id="{5BA7A1FE-49BE-4F9D-9EFF-210C8FC3EB45}" type="datetimeFigureOut">
              <a:rPr lang="en-US" smtClean="0"/>
              <a:t>10/4/2026</a:t>
            </a:fld>
            <a:endParaRPr lang="en-US"/>
          </a:p>
        </p:txBody>
      </p:sp>
      <p:sp>
        <p:nvSpPr>
          <p:cNvPr id="11" name="Slide Number Placeholder 10">
            <a:extLst>
              <a:ext uri="{FF2B5EF4-FFF2-40B4-BE49-F238E27FC236}">
                <a16:creationId xmlns:a16="http://schemas.microsoft.com/office/drawing/2014/main" id="{D1DF2706-0EDF-0D3B-C01B-613E7D1BB6CC}"/>
              </a:ext>
            </a:extLst>
          </p:cNvPr>
          <p:cNvSpPr>
            <a:spLocks noGrp="1"/>
          </p:cNvSpPr>
          <p:nvPr>
            <p:ph type="sldNum" sz="quarter" idx="12"/>
          </p:nvPr>
        </p:nvSpPr>
        <p:spPr>
          <a:solidFill>
            <a:schemeClr val="accent3">
              <a:lumMod val="60000"/>
              <a:lumOff val="40000"/>
            </a:schemeClr>
          </a:solidFill>
        </p:spPr>
        <p:txBody>
          <a:bodyPr/>
          <a:lstStyle>
            <a:lvl1pPr>
              <a:defRPr b="0">
                <a:solidFill>
                  <a:schemeClr val="accent5"/>
                </a:solidFill>
                <a:latin typeface="+mn-lt"/>
              </a:defRPr>
            </a:lvl1pPr>
          </a:lstStyle>
          <a:p>
            <a:fld id="{B7097B4E-E6FC-429C-8D92-CF1EF05B48DC}" type="slidenum">
              <a:rPr lang="en-US" smtClean="0"/>
              <a:t>‹#›</a:t>
            </a:fld>
            <a:endParaRPr lang="en-US"/>
          </a:p>
        </p:txBody>
      </p:sp>
    </p:spTree>
    <p:extLst>
      <p:ext uri="{BB962C8B-B14F-4D97-AF65-F5344CB8AC3E}">
        <p14:creationId xmlns:p14="http://schemas.microsoft.com/office/powerpoint/2010/main" val="129808519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50773-1259-8F51-3561-DF3A80B264DE}"/>
              </a:ext>
            </a:extLst>
          </p:cNvPr>
          <p:cNvSpPr>
            <a:spLocks noGrp="1"/>
          </p:cNvSpPr>
          <p:nvPr>
            <p:ph type="title"/>
          </p:nvPr>
        </p:nvSpPr>
        <p:spPr>
          <a:xfrm>
            <a:off x="603504" y="521185"/>
            <a:ext cx="10902696" cy="1070849"/>
          </a:xfrm>
          <a:noFill/>
        </p:spPr>
        <p:txBody>
          <a:bodyPr/>
          <a:lstStyle/>
          <a:p>
            <a:r>
              <a:rPr lang="en-US"/>
              <a:t>Click to edit Master title style</a:t>
            </a:r>
          </a:p>
        </p:txBody>
      </p:sp>
      <p:sp>
        <p:nvSpPr>
          <p:cNvPr id="3" name="Content Placeholder 2">
            <a:extLst>
              <a:ext uri="{FF2B5EF4-FFF2-40B4-BE49-F238E27FC236}">
                <a16:creationId xmlns:a16="http://schemas.microsoft.com/office/drawing/2014/main" id="{F9C966CF-BE4B-28C8-6D17-E087E97C0E98}"/>
              </a:ext>
            </a:extLst>
          </p:cNvPr>
          <p:cNvSpPr>
            <a:spLocks noGrp="1"/>
          </p:cNvSpPr>
          <p:nvPr>
            <p:ph sz="half" idx="1"/>
          </p:nvPr>
        </p:nvSpPr>
        <p:spPr>
          <a:xfrm>
            <a:off x="605431" y="1756230"/>
            <a:ext cx="5181600" cy="40349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559437-5037-4EE7-88FA-80C5AA0870F2}"/>
              </a:ext>
            </a:extLst>
          </p:cNvPr>
          <p:cNvSpPr>
            <a:spLocks noGrp="1"/>
          </p:cNvSpPr>
          <p:nvPr>
            <p:ph sz="half" idx="2"/>
          </p:nvPr>
        </p:nvSpPr>
        <p:spPr>
          <a:xfrm>
            <a:off x="6324600" y="1756230"/>
            <a:ext cx="5181600" cy="40349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68326746-DF44-9DEF-8471-A5E1F6CCC502}"/>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15850B58-64D5-F359-1AC8-3D57AA87BFBD}"/>
              </a:ext>
            </a:extLst>
          </p:cNvPr>
          <p:cNvSpPr>
            <a:spLocks noGrp="1"/>
          </p:cNvSpPr>
          <p:nvPr>
            <p:ph type="dt" sz="half" idx="10"/>
          </p:nvPr>
        </p:nvSpPr>
        <p:spPr/>
        <p:txBody>
          <a:bodyPr/>
          <a:lstStyle/>
          <a:p>
            <a:fld id="{5BA7A1FE-49BE-4F9D-9EFF-210C8FC3EB45}" type="datetimeFigureOut">
              <a:rPr lang="en-US" smtClean="0"/>
              <a:t>10/4/2026</a:t>
            </a:fld>
            <a:endParaRPr lang="en-US"/>
          </a:p>
        </p:txBody>
      </p:sp>
      <p:sp>
        <p:nvSpPr>
          <p:cNvPr id="7" name="Slide Number Placeholder 6">
            <a:extLst>
              <a:ext uri="{FF2B5EF4-FFF2-40B4-BE49-F238E27FC236}">
                <a16:creationId xmlns:a16="http://schemas.microsoft.com/office/drawing/2014/main" id="{9F6A22FA-48E7-5BF5-6432-6C7A54D7E031}"/>
              </a:ext>
            </a:extLst>
          </p:cNvPr>
          <p:cNvSpPr>
            <a:spLocks noGrp="1"/>
          </p:cNvSpPr>
          <p:nvPr>
            <p:ph type="sldNum" sz="quarter" idx="12"/>
          </p:nvPr>
        </p:nvSpPr>
        <p:spPr/>
        <p:txBody>
          <a:bodyPr/>
          <a:lstStyle/>
          <a:p>
            <a:fld id="{B7097B4E-E6FC-429C-8D92-CF1EF05B48DC}" type="slidenum">
              <a:rPr lang="en-US" smtClean="0"/>
              <a:t>‹#›</a:t>
            </a:fld>
            <a:endParaRPr lang="en-US"/>
          </a:p>
        </p:txBody>
      </p:sp>
    </p:spTree>
    <p:extLst>
      <p:ext uri="{BB962C8B-B14F-4D97-AF65-F5344CB8AC3E}">
        <p14:creationId xmlns:p14="http://schemas.microsoft.com/office/powerpoint/2010/main" val="134694071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D8D87-72DE-A210-5C2D-570A1B01D41E}"/>
              </a:ext>
            </a:extLst>
          </p:cNvPr>
          <p:cNvSpPr>
            <a:spLocks noGrp="1"/>
          </p:cNvSpPr>
          <p:nvPr>
            <p:ph type="title"/>
          </p:nvPr>
        </p:nvSpPr>
        <p:spPr>
          <a:xfrm>
            <a:off x="603504" y="521206"/>
            <a:ext cx="10899648" cy="1069848"/>
          </a:xfrm>
          <a:noFill/>
        </p:spPr>
        <p:txBody>
          <a:bodyPr/>
          <a:lstStyle/>
          <a:p>
            <a:r>
              <a:rPr lang="en-US"/>
              <a:t>Click to edit Master title style</a:t>
            </a:r>
          </a:p>
        </p:txBody>
      </p:sp>
      <p:sp>
        <p:nvSpPr>
          <p:cNvPr id="3" name="Text Placeholder 2">
            <a:extLst>
              <a:ext uri="{FF2B5EF4-FFF2-40B4-BE49-F238E27FC236}">
                <a16:creationId xmlns:a16="http://schemas.microsoft.com/office/drawing/2014/main" id="{F73932A9-21A4-5A57-9D72-8C46993E6B11}"/>
              </a:ext>
            </a:extLst>
          </p:cNvPr>
          <p:cNvSpPr>
            <a:spLocks noGrp="1"/>
          </p:cNvSpPr>
          <p:nvPr>
            <p:ph type="body" idx="1"/>
          </p:nvPr>
        </p:nvSpPr>
        <p:spPr>
          <a:xfrm>
            <a:off x="605431" y="1631076"/>
            <a:ext cx="5157787" cy="709394"/>
          </a:xfrm>
        </p:spPr>
        <p:txBody>
          <a:bodyPr anchor="b">
            <a:normAutofit/>
          </a:bodyPr>
          <a:lstStyle>
            <a:lvl1pPr marL="0" indent="0">
              <a:buNone/>
              <a:defRPr sz="1800" b="1" cap="all" spc="5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283D4B4-A366-E12D-19BB-C17B71466184}"/>
              </a:ext>
            </a:extLst>
          </p:cNvPr>
          <p:cNvSpPr>
            <a:spLocks noGrp="1"/>
          </p:cNvSpPr>
          <p:nvPr>
            <p:ph sz="half" idx="2"/>
          </p:nvPr>
        </p:nvSpPr>
        <p:spPr>
          <a:xfrm>
            <a:off x="605431" y="2372146"/>
            <a:ext cx="5157787" cy="34952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C06DAAF-1A05-D83C-70C1-CEADA4EB7389}"/>
              </a:ext>
            </a:extLst>
          </p:cNvPr>
          <p:cNvSpPr>
            <a:spLocks noGrp="1"/>
          </p:cNvSpPr>
          <p:nvPr>
            <p:ph type="body" sz="quarter" idx="3"/>
          </p:nvPr>
        </p:nvSpPr>
        <p:spPr>
          <a:xfrm>
            <a:off x="6324600" y="1631076"/>
            <a:ext cx="5183188" cy="709393"/>
          </a:xfrm>
        </p:spPr>
        <p:txBody>
          <a:bodyPr anchor="b">
            <a:normAutofit/>
          </a:bodyPr>
          <a:lstStyle>
            <a:lvl1pPr marL="0" indent="0">
              <a:buNone/>
              <a:defRPr sz="1800" b="1" cap="all" spc="5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FE7B13-3453-6313-B416-E9FF9DA2E010}"/>
              </a:ext>
            </a:extLst>
          </p:cNvPr>
          <p:cNvSpPr>
            <a:spLocks noGrp="1"/>
          </p:cNvSpPr>
          <p:nvPr>
            <p:ph sz="quarter" idx="4"/>
          </p:nvPr>
        </p:nvSpPr>
        <p:spPr>
          <a:xfrm>
            <a:off x="6324600" y="2372146"/>
            <a:ext cx="5183188" cy="34952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3061BE2D-E1A3-1A5C-AE37-9DC52A9717B7}"/>
              </a:ext>
            </a:extLst>
          </p:cNvPr>
          <p:cNvSpPr>
            <a:spLocks noGrp="1"/>
          </p:cNvSpPr>
          <p:nvPr>
            <p:ph type="ftr" sz="quarter" idx="11"/>
          </p:nvPr>
        </p:nvSpPr>
        <p:spPr/>
        <p:txBody>
          <a:bodyPr/>
          <a:lstStyle/>
          <a:p>
            <a:endParaRPr lang="en-US"/>
          </a:p>
        </p:txBody>
      </p:sp>
      <p:sp>
        <p:nvSpPr>
          <p:cNvPr id="7" name="Date Placeholder 6">
            <a:extLst>
              <a:ext uri="{FF2B5EF4-FFF2-40B4-BE49-F238E27FC236}">
                <a16:creationId xmlns:a16="http://schemas.microsoft.com/office/drawing/2014/main" id="{71D5902D-DF04-F2A8-C2F8-EBDD2A897D21}"/>
              </a:ext>
            </a:extLst>
          </p:cNvPr>
          <p:cNvSpPr>
            <a:spLocks noGrp="1"/>
          </p:cNvSpPr>
          <p:nvPr>
            <p:ph type="dt" sz="half" idx="10"/>
          </p:nvPr>
        </p:nvSpPr>
        <p:spPr/>
        <p:txBody>
          <a:bodyPr/>
          <a:lstStyle/>
          <a:p>
            <a:fld id="{5BA7A1FE-49BE-4F9D-9EFF-210C8FC3EB45}" type="datetimeFigureOut">
              <a:rPr lang="en-US" smtClean="0"/>
              <a:t>10/4/2026</a:t>
            </a:fld>
            <a:endParaRPr lang="en-US"/>
          </a:p>
        </p:txBody>
      </p:sp>
      <p:sp>
        <p:nvSpPr>
          <p:cNvPr id="9" name="Slide Number Placeholder 8">
            <a:extLst>
              <a:ext uri="{FF2B5EF4-FFF2-40B4-BE49-F238E27FC236}">
                <a16:creationId xmlns:a16="http://schemas.microsoft.com/office/drawing/2014/main" id="{DA4FDDA8-940A-B407-4EB2-85DC9BEDB476}"/>
              </a:ext>
            </a:extLst>
          </p:cNvPr>
          <p:cNvSpPr>
            <a:spLocks noGrp="1"/>
          </p:cNvSpPr>
          <p:nvPr>
            <p:ph type="sldNum" sz="quarter" idx="12"/>
          </p:nvPr>
        </p:nvSpPr>
        <p:spPr/>
        <p:txBody>
          <a:bodyPr/>
          <a:lstStyle/>
          <a:p>
            <a:fld id="{B7097B4E-E6FC-429C-8D92-CF1EF05B48DC}" type="slidenum">
              <a:rPr lang="en-US" smtClean="0"/>
              <a:t>‹#›</a:t>
            </a:fld>
            <a:endParaRPr lang="en-US"/>
          </a:p>
        </p:txBody>
      </p:sp>
    </p:spTree>
    <p:extLst>
      <p:ext uri="{BB962C8B-B14F-4D97-AF65-F5344CB8AC3E}">
        <p14:creationId xmlns:p14="http://schemas.microsoft.com/office/powerpoint/2010/main" val="301118874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151FC-CD6F-656F-54A8-59B782BEFB30}"/>
              </a:ext>
            </a:extLst>
          </p:cNvPr>
          <p:cNvSpPr>
            <a:spLocks noGrp="1"/>
          </p:cNvSpPr>
          <p:nvPr>
            <p:ph type="title"/>
          </p:nvPr>
        </p:nvSpPr>
        <p:spPr>
          <a:xfrm>
            <a:off x="603504" y="265176"/>
            <a:ext cx="11028923" cy="1325880"/>
          </a:xfrm>
          <a:noFill/>
        </p:spPr>
        <p:txBody>
          <a:bodyPr/>
          <a:lstStyle/>
          <a:p>
            <a:r>
              <a:rPr lang="en-US"/>
              <a:t>Click to edit Master title style</a:t>
            </a:r>
          </a:p>
        </p:txBody>
      </p:sp>
      <p:sp>
        <p:nvSpPr>
          <p:cNvPr id="4" name="Footer Placeholder 3">
            <a:extLst>
              <a:ext uri="{FF2B5EF4-FFF2-40B4-BE49-F238E27FC236}">
                <a16:creationId xmlns:a16="http://schemas.microsoft.com/office/drawing/2014/main" id="{D07D307A-FF1F-38A3-7DE5-F11DC31CA5B8}"/>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1E4C539B-20CB-8D83-0ECC-5F682BD06D6F}"/>
              </a:ext>
            </a:extLst>
          </p:cNvPr>
          <p:cNvSpPr>
            <a:spLocks noGrp="1"/>
          </p:cNvSpPr>
          <p:nvPr>
            <p:ph type="dt" sz="half" idx="10"/>
          </p:nvPr>
        </p:nvSpPr>
        <p:spPr/>
        <p:txBody>
          <a:bodyPr/>
          <a:lstStyle/>
          <a:p>
            <a:fld id="{5BA7A1FE-49BE-4F9D-9EFF-210C8FC3EB45}" type="datetimeFigureOut">
              <a:rPr lang="en-US" smtClean="0"/>
              <a:t>10/4/2026</a:t>
            </a:fld>
            <a:endParaRPr lang="en-US"/>
          </a:p>
        </p:txBody>
      </p:sp>
      <p:sp>
        <p:nvSpPr>
          <p:cNvPr id="5" name="Slide Number Placeholder 4">
            <a:extLst>
              <a:ext uri="{FF2B5EF4-FFF2-40B4-BE49-F238E27FC236}">
                <a16:creationId xmlns:a16="http://schemas.microsoft.com/office/drawing/2014/main" id="{466EB674-912E-381A-49CE-08E49DFF46A7}"/>
              </a:ext>
            </a:extLst>
          </p:cNvPr>
          <p:cNvSpPr>
            <a:spLocks noGrp="1"/>
          </p:cNvSpPr>
          <p:nvPr>
            <p:ph type="sldNum" sz="quarter" idx="12"/>
          </p:nvPr>
        </p:nvSpPr>
        <p:spPr/>
        <p:txBody>
          <a:bodyPr/>
          <a:lstStyle/>
          <a:p>
            <a:fld id="{B7097B4E-E6FC-429C-8D92-CF1EF05B48DC}" type="slidenum">
              <a:rPr lang="en-US" smtClean="0"/>
              <a:t>‹#›</a:t>
            </a:fld>
            <a:endParaRPr lang="en-US"/>
          </a:p>
        </p:txBody>
      </p:sp>
    </p:spTree>
    <p:extLst>
      <p:ext uri="{BB962C8B-B14F-4D97-AF65-F5344CB8AC3E}">
        <p14:creationId xmlns:p14="http://schemas.microsoft.com/office/powerpoint/2010/main" val="110576171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2FA0B77-3CB1-4071-30F6-B0766D75C10A}"/>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4B4A81A7-FC7B-1689-D59F-4173A1763CB9}"/>
              </a:ext>
            </a:extLst>
          </p:cNvPr>
          <p:cNvSpPr>
            <a:spLocks noGrp="1"/>
          </p:cNvSpPr>
          <p:nvPr>
            <p:ph type="dt" sz="half" idx="10"/>
          </p:nvPr>
        </p:nvSpPr>
        <p:spPr/>
        <p:txBody>
          <a:bodyPr/>
          <a:lstStyle/>
          <a:p>
            <a:fld id="{5BA7A1FE-49BE-4F9D-9EFF-210C8FC3EB45}" type="datetimeFigureOut">
              <a:rPr lang="en-US" smtClean="0"/>
              <a:t>10/4/2026</a:t>
            </a:fld>
            <a:endParaRPr lang="en-US"/>
          </a:p>
        </p:txBody>
      </p:sp>
      <p:sp>
        <p:nvSpPr>
          <p:cNvPr id="4" name="Slide Number Placeholder 3">
            <a:extLst>
              <a:ext uri="{FF2B5EF4-FFF2-40B4-BE49-F238E27FC236}">
                <a16:creationId xmlns:a16="http://schemas.microsoft.com/office/drawing/2014/main" id="{5D080D98-2C9A-3434-E8A3-DA6CCD2F5EFE}"/>
              </a:ext>
            </a:extLst>
          </p:cNvPr>
          <p:cNvSpPr>
            <a:spLocks noGrp="1"/>
          </p:cNvSpPr>
          <p:nvPr>
            <p:ph type="sldNum" sz="quarter" idx="12"/>
          </p:nvPr>
        </p:nvSpPr>
        <p:spPr/>
        <p:txBody>
          <a:bodyPr/>
          <a:lstStyle/>
          <a:p>
            <a:fld id="{B7097B4E-E6FC-429C-8D92-CF1EF05B48DC}" type="slidenum">
              <a:rPr lang="en-US" smtClean="0"/>
              <a:t>‹#›</a:t>
            </a:fld>
            <a:endParaRPr lang="en-US"/>
          </a:p>
        </p:txBody>
      </p:sp>
    </p:spTree>
    <p:extLst>
      <p:ext uri="{BB962C8B-B14F-4D97-AF65-F5344CB8AC3E}">
        <p14:creationId xmlns:p14="http://schemas.microsoft.com/office/powerpoint/2010/main" val="78051499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8073289-DB44-2F27-575B-3B0123960D1D}"/>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F22766A-BE9C-B780-CC66-44ECFC5C0A47}"/>
              </a:ext>
              <a:ext uri="{C183D7F6-B498-43B3-948B-1728B52AA6E4}">
                <adec:decorative xmlns:adec="http://schemas.microsoft.com/office/drawing/2017/decorative" val="1"/>
              </a:ext>
            </a:extLst>
          </p:cNvPr>
          <p:cNvSpPr/>
          <p:nvPr/>
        </p:nvSpPr>
        <p:spPr>
          <a:xfrm>
            <a:off x="2057400" y="3084659"/>
            <a:ext cx="10133956" cy="3773341"/>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146306" y="182881"/>
            <a:ext cx="8616684" cy="1874520"/>
          </a:xfrm>
          <a:noFill/>
        </p:spPr>
        <p:txBody>
          <a:bodyPr anchor="t">
            <a:normAutofit/>
          </a:bodyPr>
          <a:lstStyle>
            <a:lvl1pPr>
              <a:defRPr sz="9600">
                <a:solidFill>
                  <a:schemeClr val="accent2"/>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9753600" y="617923"/>
            <a:ext cx="1866897" cy="461881"/>
          </a:xfrm>
          <a:noFill/>
        </p:spPr>
        <p:txBody>
          <a:bodyPr anchor="t"/>
          <a:lstStyle>
            <a:lvl1pPr algn="r">
              <a:defRPr sz="900"/>
            </a:lvl1pPr>
          </a:lstStyle>
          <a:p>
            <a:endParaRPr lang="en-US"/>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2595846" y="3544866"/>
            <a:ext cx="8990722" cy="2446782"/>
          </a:xfrm>
        </p:spPr>
        <p:txBody>
          <a:bodyPr>
            <a:normAutofit/>
          </a:bodyPr>
          <a:lstStyle>
            <a:lvl1pPr marL="0" indent="0">
              <a:buClr>
                <a:schemeClr val="tx2"/>
              </a:buClr>
              <a:buFont typeface="Arial" panose="020B0604020202020204" pitchFamily="34" charset="0"/>
              <a:buNone/>
              <a:defRPr sz="1800"/>
            </a:lvl1pPr>
            <a:lvl2pPr marL="457200" indent="0">
              <a:buClr>
                <a:schemeClr val="tx2"/>
              </a:buClr>
              <a:buFont typeface="Arial" panose="020B0604020202020204" pitchFamily="34" charset="0"/>
              <a:buNone/>
              <a:defRPr sz="1600"/>
            </a:lvl2pPr>
            <a:lvl3pPr marL="914400" indent="0">
              <a:buClr>
                <a:schemeClr val="tx2"/>
              </a:buClr>
              <a:buFont typeface="Arial" panose="020B0604020202020204" pitchFamily="34" charset="0"/>
              <a:buNone/>
              <a:defRPr sz="1400"/>
            </a:lvl3pPr>
            <a:lvl4pPr marL="1371600" indent="0">
              <a:buClr>
                <a:schemeClr val="tx2"/>
              </a:buClr>
              <a:buFont typeface="Arial" panose="020B0604020202020204" pitchFamily="34" charset="0"/>
              <a:buNone/>
              <a:defRPr sz="1200"/>
            </a:lvl4pPr>
            <a:lvl5pPr marL="1828800" indent="0">
              <a:buClr>
                <a:schemeClr val="tx2"/>
              </a:buClr>
              <a:buFont typeface="Arial" panose="020B0604020202020204" pitchFamily="34" charse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2595846" y="6024816"/>
            <a:ext cx="1809495" cy="365125"/>
          </a:xfrm>
          <a:solidFill>
            <a:schemeClr val="bg2"/>
          </a:solidFill>
        </p:spPr>
        <p:txBody>
          <a:bodyPr/>
          <a:lstStyle>
            <a:lvl1pPr algn="l">
              <a:defRPr/>
            </a:lvl1pPr>
          </a:lstStyle>
          <a:p>
            <a:fld id="{5BA7A1FE-49BE-4F9D-9EFF-210C8FC3EB45}" type="datetimeFigureOut">
              <a:rPr lang="en-US" smtClean="0"/>
              <a:t>10/4/2026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solidFill>
            <a:schemeClr val="bg2"/>
          </a:solidFill>
        </p:spPr>
        <p:txBody>
          <a:bodyPr/>
          <a:lstStyle/>
          <a:p>
            <a:fld id="{B7097B4E-E6FC-429C-8D92-CF1EF05B48DC}" type="slidenum">
              <a:rPr lang="en-US" smtClean="0"/>
              <a:t>‹#›</a:t>
            </a:fld>
            <a:endParaRPr lang="en-US"/>
          </a:p>
        </p:txBody>
      </p:sp>
    </p:spTree>
    <p:extLst>
      <p:ext uri="{BB962C8B-B14F-4D97-AF65-F5344CB8AC3E}">
        <p14:creationId xmlns:p14="http://schemas.microsoft.com/office/powerpoint/2010/main" val="413270523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clusion 2">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8073289-DB44-2F27-575B-3B0123960D1D}"/>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72AC4BE-2FD3-AAF4-8A1B-0633F1BEE33B}"/>
              </a:ext>
              <a:ext uri="{C183D7F6-B498-43B3-948B-1728B52AA6E4}">
                <adec:decorative xmlns:adec="http://schemas.microsoft.com/office/drawing/2017/decorative" val="1"/>
              </a:ext>
            </a:extLst>
          </p:cNvPr>
          <p:cNvSpPr/>
          <p:nvPr/>
        </p:nvSpPr>
        <p:spPr>
          <a:xfrm>
            <a:off x="0" y="0"/>
            <a:ext cx="8436077" cy="2057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7652D305-42E1-E86E-632C-9DFD4F747E62}"/>
              </a:ext>
              <a:ext uri="{C183D7F6-B498-43B3-948B-1728B52AA6E4}">
                <adec:decorative xmlns:adec="http://schemas.microsoft.com/office/drawing/2017/decorative" val="1"/>
              </a:ext>
            </a:extLst>
          </p:cNvPr>
          <p:cNvCxnSpPr>
            <a:cxnSpLocks/>
          </p:cNvCxnSpPr>
          <p:nvPr/>
        </p:nvCxnSpPr>
        <p:spPr>
          <a:xfrm>
            <a:off x="685800" y="4564627"/>
            <a:ext cx="5068016"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373625" y="530940"/>
            <a:ext cx="7703576" cy="1308290"/>
          </a:xfrm>
          <a:noFill/>
        </p:spPr>
        <p:txBody>
          <a:bodyPr anchor="t">
            <a:normAutofit/>
          </a:bodyPr>
          <a:lstStyle>
            <a:lvl1pPr>
              <a:defRPr sz="8000">
                <a:solidFill>
                  <a:schemeClr val="accent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37005" y="3571531"/>
            <a:ext cx="5009534" cy="1987694"/>
          </a:xfrm>
        </p:spPr>
        <p:txBody>
          <a:bodyPr anchor="ctr">
            <a:normAutofit/>
          </a:bodyPr>
          <a:lstStyle>
            <a:lvl1pPr marL="0" indent="0">
              <a:buClr>
                <a:schemeClr val="tx2"/>
              </a:buClr>
              <a:buFont typeface="Arial" panose="020B0604020202020204" pitchFamily="34" charset="0"/>
              <a:buNone/>
              <a:defRPr sz="1800"/>
            </a:lvl1pPr>
            <a:lvl2pPr marL="457200" indent="0">
              <a:buClr>
                <a:schemeClr val="tx2"/>
              </a:buClr>
              <a:buFont typeface="Arial" panose="020B0604020202020204" pitchFamily="34" charset="0"/>
              <a:buNone/>
              <a:defRPr sz="1600"/>
            </a:lvl2pPr>
            <a:lvl3pPr marL="914400" indent="0">
              <a:buClr>
                <a:schemeClr val="tx2"/>
              </a:buClr>
              <a:buFont typeface="Arial" panose="020B0604020202020204" pitchFamily="34" charset="0"/>
              <a:buNone/>
              <a:defRPr sz="1400"/>
            </a:lvl3pPr>
            <a:lvl4pPr marL="1371600" indent="0">
              <a:buClr>
                <a:schemeClr val="tx2"/>
              </a:buClr>
              <a:buFont typeface="Arial" panose="020B0604020202020204" pitchFamily="34" charset="0"/>
              <a:buNone/>
              <a:defRPr sz="1200"/>
            </a:lvl4pPr>
            <a:lvl5pPr marL="1828800" indent="0">
              <a:buClr>
                <a:schemeClr val="tx2"/>
              </a:buClr>
              <a:buFont typeface="Arial" panose="020B0604020202020204" pitchFamily="34" charse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0" y="6029867"/>
            <a:ext cx="1911096" cy="365126"/>
          </a:xfrm>
          <a:noFill/>
        </p:spPr>
        <p:txBody>
          <a:bodyPr anchor="ctr"/>
          <a:lstStyle>
            <a:lvl1pPr algn="l">
              <a:defRPr sz="900" b="1"/>
            </a:lvl1pPr>
          </a:lstStyle>
          <a:p>
            <a:endParaRPr lang="en-US"/>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799320" y="6029867"/>
            <a:ext cx="1441766" cy="365125"/>
          </a:xfrm>
          <a:noFill/>
        </p:spPr>
        <p:txBody>
          <a:bodyPr/>
          <a:lstStyle>
            <a:lvl1pPr algn="r">
              <a:defRPr/>
            </a:lvl1pPr>
          </a:lstStyle>
          <a:p>
            <a:fld id="{5BA7A1FE-49BE-4F9D-9EFF-210C8FC3EB45}" type="datetimeFigureOut">
              <a:rPr lang="en-US" smtClean="0"/>
              <a:t>10/4/2026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p>
            <a:fld id="{B7097B4E-E6FC-429C-8D92-CF1EF05B48DC}" type="slidenum">
              <a:rPr lang="en-US" smtClean="0"/>
              <a:t>‹#›</a:t>
            </a:fld>
            <a:endParaRPr lang="en-US"/>
          </a:p>
        </p:txBody>
      </p:sp>
    </p:spTree>
    <p:extLst>
      <p:ext uri="{BB962C8B-B14F-4D97-AF65-F5344CB8AC3E}">
        <p14:creationId xmlns:p14="http://schemas.microsoft.com/office/powerpoint/2010/main" val="8013713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FBAF5C3-82B6-427E-5D2E-900A2D90AD99}"/>
              </a:ext>
              <a:ext uri="{C183D7F6-B498-43B3-948B-1728B52AA6E4}">
                <adec:decorative xmlns:adec="http://schemas.microsoft.com/office/drawing/2017/decorative" val="1"/>
              </a:ext>
            </a:extLst>
          </p:cNvPr>
          <p:cNvCxnSpPr>
            <a:cxnSpLocks/>
          </p:cNvCxnSpPr>
          <p:nvPr/>
        </p:nvCxnSpPr>
        <p:spPr>
          <a:xfrm flipH="1">
            <a:off x="722427" y="6212437"/>
            <a:ext cx="10808612"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301AA792-727F-F91C-6564-A882FAF11ED4}"/>
              </a:ext>
            </a:extLst>
          </p:cNvPr>
          <p:cNvSpPr>
            <a:spLocks noGrp="1"/>
          </p:cNvSpPr>
          <p:nvPr>
            <p:ph type="title"/>
          </p:nvPr>
        </p:nvSpPr>
        <p:spPr>
          <a:xfrm>
            <a:off x="603504" y="351270"/>
            <a:ext cx="10981137" cy="1239720"/>
          </a:xfrm>
          <a:prstGeom prst="rect">
            <a:avLst/>
          </a:prstGeom>
          <a:solidFill>
            <a:schemeClr val="bg1"/>
          </a:solidFill>
        </p:spPr>
        <p:txBody>
          <a:bodyPr vert="horz" lIns="91440" tIns="45720" rIns="91440" bIns="13716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3390A246-77A4-EC4C-28B8-90388BB8E78F}"/>
              </a:ext>
            </a:extLst>
          </p:cNvPr>
          <p:cNvSpPr>
            <a:spLocks noGrp="1"/>
          </p:cNvSpPr>
          <p:nvPr>
            <p:ph type="body" idx="1"/>
          </p:nvPr>
        </p:nvSpPr>
        <p:spPr>
          <a:xfrm>
            <a:off x="605431" y="1745956"/>
            <a:ext cx="10981137" cy="39834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3EF6714-5B6F-439F-4173-D51823712315}"/>
              </a:ext>
            </a:extLst>
          </p:cNvPr>
          <p:cNvSpPr>
            <a:spLocks noGrp="1"/>
          </p:cNvSpPr>
          <p:nvPr>
            <p:ph type="ftr" sz="quarter" idx="3"/>
          </p:nvPr>
        </p:nvSpPr>
        <p:spPr>
          <a:xfrm>
            <a:off x="605430" y="6029868"/>
            <a:ext cx="1911096" cy="365125"/>
          </a:xfrm>
          <a:prstGeom prst="rect">
            <a:avLst/>
          </a:prstGeom>
          <a:solidFill>
            <a:schemeClr val="bg1"/>
          </a:solidFill>
        </p:spPr>
        <p:txBody>
          <a:bodyPr vert="horz" lIns="91440" tIns="45720" rIns="91440" bIns="45720" rtlCol="0" anchor="ctr"/>
          <a:lstStyle>
            <a:lvl1pPr algn="l">
              <a:defRPr sz="900" b="1" cap="all" spc="60" baseline="0">
                <a:solidFill>
                  <a:schemeClr val="tx2"/>
                </a:solidFill>
              </a:defRPr>
            </a:lvl1pPr>
          </a:lstStyle>
          <a:p>
            <a:endParaRPr lang="en-US"/>
          </a:p>
        </p:txBody>
      </p:sp>
      <p:sp>
        <p:nvSpPr>
          <p:cNvPr id="4" name="Date Placeholder 3">
            <a:extLst>
              <a:ext uri="{FF2B5EF4-FFF2-40B4-BE49-F238E27FC236}">
                <a16:creationId xmlns:a16="http://schemas.microsoft.com/office/drawing/2014/main" id="{BF9842E6-B4ED-431B-B1A0-22352BA620AE}"/>
              </a:ext>
            </a:extLst>
          </p:cNvPr>
          <p:cNvSpPr>
            <a:spLocks noGrp="1"/>
          </p:cNvSpPr>
          <p:nvPr>
            <p:ph type="dt" sz="half" idx="2"/>
          </p:nvPr>
        </p:nvSpPr>
        <p:spPr>
          <a:xfrm>
            <a:off x="10058400" y="6029868"/>
            <a:ext cx="1182686" cy="365125"/>
          </a:xfrm>
          <a:prstGeom prst="rect">
            <a:avLst/>
          </a:prstGeom>
          <a:solidFill>
            <a:schemeClr val="bg1"/>
          </a:solidFill>
        </p:spPr>
        <p:txBody>
          <a:bodyPr vert="horz" lIns="91440" tIns="45720" rIns="91440" bIns="45720" rtlCol="0" anchor="ctr"/>
          <a:lstStyle>
            <a:lvl1pPr algn="r">
              <a:defRPr sz="900" cap="all" baseline="0">
                <a:solidFill>
                  <a:schemeClr val="tx2"/>
                </a:solidFill>
              </a:defRPr>
            </a:lvl1pPr>
          </a:lstStyle>
          <a:p>
            <a:fld id="{5BA7A1FE-49BE-4F9D-9EFF-210C8FC3EB45}" type="datetimeFigureOut">
              <a:rPr lang="en-US" smtClean="0"/>
              <a:t>10/4/2026</a:t>
            </a:fld>
            <a:endParaRPr lang="en-US"/>
          </a:p>
        </p:txBody>
      </p:sp>
      <p:sp>
        <p:nvSpPr>
          <p:cNvPr id="6" name="Slide Number Placeholder 5">
            <a:extLst>
              <a:ext uri="{FF2B5EF4-FFF2-40B4-BE49-F238E27FC236}">
                <a16:creationId xmlns:a16="http://schemas.microsoft.com/office/drawing/2014/main" id="{156743A1-0EE5-84FA-44EE-3CDDB793AAC4}"/>
              </a:ext>
            </a:extLst>
          </p:cNvPr>
          <p:cNvSpPr>
            <a:spLocks noGrp="1"/>
          </p:cNvSpPr>
          <p:nvPr>
            <p:ph type="sldNum" sz="quarter" idx="4"/>
          </p:nvPr>
        </p:nvSpPr>
        <p:spPr>
          <a:xfrm>
            <a:off x="11233434" y="6029868"/>
            <a:ext cx="429372" cy="365125"/>
          </a:xfrm>
          <a:prstGeom prst="rect">
            <a:avLst/>
          </a:prstGeom>
          <a:solidFill>
            <a:schemeClr val="bg1"/>
          </a:solidFill>
        </p:spPr>
        <p:txBody>
          <a:bodyPr vert="horz" lIns="91440" tIns="45720" rIns="91440" bIns="45720" rtlCol="0" anchor="ctr"/>
          <a:lstStyle>
            <a:lvl1pPr algn="r">
              <a:defRPr sz="900" cap="all" baseline="0">
                <a:solidFill>
                  <a:schemeClr val="tx2"/>
                </a:solidFill>
              </a:defRPr>
            </a:lvl1pPr>
          </a:lstStyle>
          <a:p>
            <a:fld id="{B7097B4E-E6FC-429C-8D92-CF1EF05B48DC}" type="slidenum">
              <a:rPr lang="en-US" smtClean="0"/>
              <a:t>‹#›</a:t>
            </a:fld>
            <a:endParaRPr lang="en-US"/>
          </a:p>
        </p:txBody>
      </p:sp>
    </p:spTree>
    <p:extLst>
      <p:ext uri="{BB962C8B-B14F-4D97-AF65-F5344CB8AC3E}">
        <p14:creationId xmlns:p14="http://schemas.microsoft.com/office/powerpoint/2010/main" val="14976314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Lst>
  <p:txStyles>
    <p:titleStyle>
      <a:lvl1pPr marL="0" algn="l" defTabSz="914400" rtl="0" eaLnBrk="1" latinLnBrk="0" hangingPunct="1">
        <a:lnSpc>
          <a:spcPct val="100000"/>
        </a:lnSpc>
        <a:spcBef>
          <a:spcPct val="0"/>
        </a:spcBef>
        <a:spcAft>
          <a:spcPts val="0"/>
        </a:spcAft>
        <a:buNone/>
        <a:defRPr sz="2800" kern="1200" cap="all" baseline="0">
          <a:solidFill>
            <a:schemeClr val="accent5"/>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864">
          <p15:clr>
            <a:srgbClr val="F26B43"/>
          </p15:clr>
        </p15:guide>
        <p15:guide id="3" pos="432">
          <p15:clr>
            <a:srgbClr val="F26B43"/>
          </p15:clr>
        </p15:guide>
        <p15:guide id="4" orient="horz" pos="3912">
          <p15:clr>
            <a:srgbClr val="F26B43"/>
          </p15:clr>
        </p15:guide>
        <p15:guide id="5" orient="horz" pos="3504">
          <p15:clr>
            <a:srgbClr val="F26B43"/>
          </p15:clr>
        </p15:guide>
        <p15:guide id="6" orient="horz" pos="3024">
          <p15:clr>
            <a:srgbClr val="F26B43"/>
          </p15:clr>
        </p15:guide>
        <p15:guide id="7" orient="horz" pos="2592">
          <p15:clr>
            <a:srgbClr val="F26B43"/>
          </p15:clr>
        </p15:guide>
        <p15:guide id="8" orient="horz" pos="1728">
          <p15:clr>
            <a:srgbClr val="F26B43"/>
          </p15:clr>
        </p15:guide>
        <p15:guide id="9" orient="horz" pos="1296">
          <p15:clr>
            <a:srgbClr val="F26B43"/>
          </p15:clr>
        </p15:guide>
        <p15:guide id="10" orient="horz" pos="864">
          <p15:clr>
            <a:srgbClr val="F26B43"/>
          </p15:clr>
        </p15:guide>
        <p15:guide id="11" orient="horz" pos="432">
          <p15:clr>
            <a:srgbClr val="F26B43"/>
          </p15:clr>
        </p15:guide>
        <p15:guide id="12" pos="1296">
          <p15:clr>
            <a:srgbClr val="F26B43"/>
          </p15:clr>
        </p15:guide>
        <p15:guide id="13" pos="1728">
          <p15:clr>
            <a:srgbClr val="F26B43"/>
          </p15:clr>
        </p15:guide>
        <p15:guide id="18" pos="2160">
          <p15:clr>
            <a:srgbClr val="F26B43"/>
          </p15:clr>
        </p15:guide>
        <p15:guide id="20" pos="5520">
          <p15:clr>
            <a:srgbClr val="F26B43"/>
          </p15:clr>
        </p15:guide>
        <p15:guide id="21" pos="5952">
          <p15:clr>
            <a:srgbClr val="F26B43"/>
          </p15:clr>
        </p15:guide>
        <p15:guide id="22" pos="6384">
          <p15:clr>
            <a:srgbClr val="F26B43"/>
          </p15:clr>
        </p15:guide>
        <p15:guide id="24" pos="6816">
          <p15:clr>
            <a:srgbClr val="F26B43"/>
          </p15:clr>
        </p15:guide>
        <p15:guide id="25" pos="7248">
          <p15:clr>
            <a:srgbClr val="F26B43"/>
          </p15:clr>
        </p15:guide>
        <p15:guide id="26" pos="5088">
          <p15:clr>
            <a:srgbClr val="F26B43"/>
          </p15:clr>
        </p15:guide>
        <p15:guide id="27" pos="4656">
          <p15:clr>
            <a:srgbClr val="F26B43"/>
          </p15:clr>
        </p15:guide>
        <p15:guide id="28" pos="4224">
          <p15:clr>
            <a:srgbClr val="F26B43"/>
          </p15:clr>
        </p15:guide>
        <p15:guide id="29" pos="2592">
          <p15:clr>
            <a:srgbClr val="F26B43"/>
          </p15:clr>
        </p15:guide>
        <p15:guide id="30" pos="3024">
          <p15:clr>
            <a:srgbClr val="F26B43"/>
          </p15:clr>
        </p15:guide>
        <p15:guide id="31" pos="3456">
          <p15:clr>
            <a:srgbClr val="F26B43"/>
          </p15:clr>
        </p15:guide>
        <p15:guide id="32" orient="horz" pos="64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xml.rels><?xml version="1.0" encoding="UTF-8" standalone="yes"?>
<Relationships xmlns="http://schemas.openxmlformats.org/package/2006/relationships"><Relationship Id="rId3" Type="http://schemas.openxmlformats.org/officeDocument/2006/relationships/hyperlink" Target="https://www.rawpixel.com/image/74569/construction-site-before-sunrise" TargetMode="External"/><Relationship Id="rId2" Type="http://schemas.openxmlformats.org/officeDocument/2006/relationships/image" Target="../media/image6.png"/><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7.jpe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8.jpe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video" Target="../media/media4.mp4"/><Relationship Id="rId13" Type="http://schemas.openxmlformats.org/officeDocument/2006/relationships/image" Target="../media/image10.png"/><Relationship Id="rId3" Type="http://schemas.microsoft.com/office/2007/relationships/media" Target="../media/media2.mp4"/><Relationship Id="rId7" Type="http://schemas.microsoft.com/office/2007/relationships/media" Target="../media/media4.mp4"/><Relationship Id="rId12" Type="http://schemas.openxmlformats.org/officeDocument/2006/relationships/image" Target="../media/image9.png"/><Relationship Id="rId17" Type="http://schemas.openxmlformats.org/officeDocument/2006/relationships/image" Target="../media/image14.png"/><Relationship Id="rId2" Type="http://schemas.openxmlformats.org/officeDocument/2006/relationships/video" Target="../media/media1.mp4"/><Relationship Id="rId16" Type="http://schemas.openxmlformats.org/officeDocument/2006/relationships/image" Target="../media/image13.png"/><Relationship Id="rId1" Type="http://schemas.microsoft.com/office/2007/relationships/media" Target="../media/media1.mp4"/><Relationship Id="rId6" Type="http://schemas.openxmlformats.org/officeDocument/2006/relationships/video" Target="../media/media3.mp4"/><Relationship Id="rId11" Type="http://schemas.openxmlformats.org/officeDocument/2006/relationships/slideLayout" Target="../slideLayouts/slideLayout2.xml"/><Relationship Id="rId5" Type="http://schemas.microsoft.com/office/2007/relationships/media" Target="../media/media3.mp4"/><Relationship Id="rId15" Type="http://schemas.openxmlformats.org/officeDocument/2006/relationships/image" Target="../media/image12.png"/><Relationship Id="rId10" Type="http://schemas.openxmlformats.org/officeDocument/2006/relationships/video" Target="../media/media5.mp4"/><Relationship Id="rId4" Type="http://schemas.openxmlformats.org/officeDocument/2006/relationships/video" Target="../media/media2.mp4"/><Relationship Id="rId9" Type="http://schemas.microsoft.com/office/2007/relationships/media" Target="../media/media5.mp4"/><Relationship Id="rId1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FE839-087A-C695-59BE-F4B01A6F6BF8}"/>
              </a:ext>
            </a:extLst>
          </p:cNvPr>
          <p:cNvSpPr>
            <a:spLocks noGrp="1"/>
          </p:cNvSpPr>
          <p:nvPr>
            <p:ph type="ctrTitle"/>
          </p:nvPr>
        </p:nvSpPr>
        <p:spPr>
          <a:xfrm>
            <a:off x="137159" y="338328"/>
            <a:ext cx="10599852" cy="4462272"/>
          </a:xfrm>
        </p:spPr>
        <p:txBody>
          <a:bodyPr>
            <a:noAutofit/>
          </a:bodyPr>
          <a:lstStyle/>
          <a:p>
            <a:r>
              <a:rPr lang="en-US" sz="13000"/>
              <a:t>Operation: Social Engineering Heist</a:t>
            </a:r>
          </a:p>
        </p:txBody>
      </p:sp>
      <p:sp>
        <p:nvSpPr>
          <p:cNvPr id="3" name="Subtitle 2">
            <a:extLst>
              <a:ext uri="{FF2B5EF4-FFF2-40B4-BE49-F238E27FC236}">
                <a16:creationId xmlns:a16="http://schemas.microsoft.com/office/drawing/2014/main" id="{BE20AAE4-03FD-D3D0-6622-484AC62937A6}"/>
              </a:ext>
            </a:extLst>
          </p:cNvPr>
          <p:cNvSpPr>
            <a:spLocks noGrp="1"/>
          </p:cNvSpPr>
          <p:nvPr>
            <p:ph type="subTitle" idx="1"/>
          </p:nvPr>
        </p:nvSpPr>
        <p:spPr/>
        <p:txBody>
          <a:bodyPr vert="horz" lIns="91440" tIns="45720" rIns="91440" bIns="45720" rtlCol="0">
            <a:normAutofit/>
          </a:bodyPr>
          <a:lstStyle/>
          <a:p>
            <a:r>
              <a:rPr lang="en-US"/>
              <a:t>By Hondo, Christian, Adam, and Blake</a:t>
            </a:r>
          </a:p>
        </p:txBody>
      </p:sp>
    </p:spTree>
    <p:extLst>
      <p:ext uri="{BB962C8B-B14F-4D97-AF65-F5344CB8AC3E}">
        <p14:creationId xmlns:p14="http://schemas.microsoft.com/office/powerpoint/2010/main" val="19313319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C367701E-5521-1BD7-4296-E27E984B5877}"/>
              </a:ext>
            </a:extLst>
          </p:cNvPr>
          <p:cNvSpPr>
            <a:spLocks noGrp="1"/>
          </p:cNvSpPr>
          <p:nvPr>
            <p:ph type="title"/>
          </p:nvPr>
        </p:nvSpPr>
        <p:spPr>
          <a:xfrm>
            <a:off x="146306" y="182881"/>
            <a:ext cx="8616684" cy="1874520"/>
          </a:xfrm>
        </p:spPr>
        <p:txBody>
          <a:bodyPr>
            <a:normAutofit fontScale="90000"/>
          </a:bodyPr>
          <a:lstStyle/>
          <a:p>
            <a:r>
              <a:rPr lang="en-US"/>
              <a:t>Mission Objective</a:t>
            </a:r>
          </a:p>
        </p:txBody>
      </p:sp>
      <p:sp>
        <p:nvSpPr>
          <p:cNvPr id="10" name="Content Placeholder 2">
            <a:extLst>
              <a:ext uri="{FF2B5EF4-FFF2-40B4-BE49-F238E27FC236}">
                <a16:creationId xmlns:a16="http://schemas.microsoft.com/office/drawing/2014/main" id="{33BADF3B-4AA3-B36D-CBE7-0E4426DA3799}"/>
              </a:ext>
            </a:extLst>
          </p:cNvPr>
          <p:cNvSpPr>
            <a:spLocks noGrp="1"/>
          </p:cNvSpPr>
          <p:nvPr>
            <p:ph idx="1"/>
          </p:nvPr>
        </p:nvSpPr>
        <p:spPr>
          <a:xfrm>
            <a:off x="2595846" y="3544866"/>
            <a:ext cx="8990722" cy="3051466"/>
          </a:xfrm>
        </p:spPr>
        <p:txBody>
          <a:bodyPr vert="horz" lIns="91440" tIns="45720" rIns="91440" bIns="45720" rtlCol="0">
            <a:normAutofit/>
          </a:bodyPr>
          <a:lstStyle/>
          <a:p>
            <a:pPr marL="342900" indent="-342900">
              <a:buFontTx/>
              <a:buChar char="-"/>
            </a:pPr>
            <a:r>
              <a:rPr lang="en-US" sz="2400"/>
              <a:t>Inform people about social engineering</a:t>
            </a:r>
          </a:p>
          <a:p>
            <a:pPr marL="342900" indent="-342900">
              <a:buFontTx/>
              <a:buChar char="-"/>
            </a:pPr>
            <a:r>
              <a:rPr lang="en-US" sz="2400"/>
              <a:t>Conduct a mock heist of project/network information at </a:t>
            </a:r>
            <a:r>
              <a:rPr lang="en-US" sz="2400" err="1"/>
              <a:t>RowdyHacks</a:t>
            </a:r>
            <a:endParaRPr lang="en-US" sz="2400"/>
          </a:p>
          <a:p>
            <a:pPr marL="342900" indent="-342900">
              <a:buFontTx/>
              <a:buChar char="-"/>
            </a:pPr>
            <a:r>
              <a:rPr lang="en-US" sz="2400"/>
              <a:t>Bring attention to the dangers of social engineering</a:t>
            </a:r>
          </a:p>
          <a:p>
            <a:pPr marL="342900" indent="-342900">
              <a:buFontTx/>
              <a:buChar char="-"/>
            </a:pPr>
            <a:r>
              <a:rPr lang="en-US" sz="2400"/>
              <a:t>Demonstrate data leakage through complacency</a:t>
            </a:r>
          </a:p>
          <a:p>
            <a:pPr marL="342900" indent="-342900">
              <a:buFontTx/>
              <a:buChar char="-"/>
            </a:pPr>
            <a:r>
              <a:rPr lang="en-US" sz="2400"/>
              <a:t>Conduct research on the potential vulnerability of students to SE</a:t>
            </a:r>
          </a:p>
          <a:p>
            <a:pPr marL="342900" indent="-342900">
              <a:buFontTx/>
              <a:buChar char="-"/>
            </a:pPr>
            <a:endParaRPr lang="en-US" sz="2400"/>
          </a:p>
        </p:txBody>
      </p:sp>
    </p:spTree>
    <p:extLst>
      <p:ext uri="{BB962C8B-B14F-4D97-AF65-F5344CB8AC3E}">
        <p14:creationId xmlns:p14="http://schemas.microsoft.com/office/powerpoint/2010/main" val="38692051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601DC200-AC6C-F207-F63C-E01478CBCB50}"/>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7155" b="7155"/>
          <a:stretch/>
        </p:blipFill>
        <p:spPr/>
      </p:pic>
      <p:sp>
        <p:nvSpPr>
          <p:cNvPr id="2" name="Title 1">
            <a:extLst>
              <a:ext uri="{FF2B5EF4-FFF2-40B4-BE49-F238E27FC236}">
                <a16:creationId xmlns:a16="http://schemas.microsoft.com/office/drawing/2014/main" id="{0B7BE7BC-1A46-C43F-6C85-1216AB26D141}"/>
              </a:ext>
            </a:extLst>
          </p:cNvPr>
          <p:cNvSpPr>
            <a:spLocks noGrp="1"/>
          </p:cNvSpPr>
          <p:nvPr>
            <p:ph type="title"/>
          </p:nvPr>
        </p:nvSpPr>
        <p:spPr>
          <a:xfrm>
            <a:off x="507149" y="-114033"/>
            <a:ext cx="4900149" cy="1362458"/>
          </a:xfrm>
        </p:spPr>
        <p:txBody>
          <a:bodyPr>
            <a:normAutofit/>
          </a:bodyPr>
          <a:lstStyle/>
          <a:p>
            <a:r>
              <a:rPr lang="en-US" sz="5500"/>
              <a:t>Description</a:t>
            </a:r>
          </a:p>
        </p:txBody>
      </p:sp>
      <p:sp>
        <p:nvSpPr>
          <p:cNvPr id="3" name="Content Placeholder 2">
            <a:extLst>
              <a:ext uri="{FF2B5EF4-FFF2-40B4-BE49-F238E27FC236}">
                <a16:creationId xmlns:a16="http://schemas.microsoft.com/office/drawing/2014/main" id="{85699793-549E-851A-1E52-073451CD78AE}"/>
              </a:ext>
            </a:extLst>
          </p:cNvPr>
          <p:cNvSpPr>
            <a:spLocks noGrp="1"/>
          </p:cNvSpPr>
          <p:nvPr>
            <p:ph idx="1"/>
          </p:nvPr>
        </p:nvSpPr>
        <p:spPr>
          <a:xfrm>
            <a:off x="206202" y="1069422"/>
            <a:ext cx="4454949" cy="4180974"/>
          </a:xfrm>
        </p:spPr>
        <p:txBody>
          <a:bodyPr vert="horz" lIns="91440" tIns="45720" rIns="91440" bIns="45720" rtlCol="0" anchor="t">
            <a:noAutofit/>
          </a:bodyPr>
          <a:lstStyle/>
          <a:p>
            <a:pPr marL="0" indent="0">
              <a:buNone/>
            </a:pPr>
            <a:r>
              <a:rPr lang="en-US" sz="1600">
                <a:latin typeface="Calibri"/>
                <a:ea typeface="Calibri"/>
                <a:cs typeface="Calibri"/>
              </a:rPr>
              <a:t>Our team conducted a social engineering exercise at </a:t>
            </a:r>
            <a:r>
              <a:rPr lang="en-US" sz="1600" err="1">
                <a:latin typeface="Calibri"/>
                <a:ea typeface="Calibri"/>
                <a:cs typeface="Calibri"/>
              </a:rPr>
              <a:t>RowdyHacks</a:t>
            </a:r>
            <a:r>
              <a:rPr lang="en-US" sz="1600">
                <a:latin typeface="Calibri"/>
                <a:ea typeface="Calibri"/>
                <a:cs typeface="Calibri"/>
              </a:rPr>
              <a:t> to educate users on what Social Engineering (SE) is and to survey responses to establish a baseline for how vulnerable students could be to SE. We established two roles to conduct information and network reconnaissance and gather all available information.</a:t>
            </a:r>
          </a:p>
          <a:p>
            <a:pPr marL="0" indent="0">
              <a:buNone/>
            </a:pPr>
            <a:r>
              <a:rPr lang="en-US" sz="1600">
                <a:latin typeface="Calibri"/>
                <a:ea typeface="Calibri"/>
                <a:cs typeface="Calibri"/>
              </a:rPr>
              <a:t>Additionally, our exercise was a valid attempt to conduct a "heist" of information, showcasing   the sheer amount of data one can get through lower effort.</a:t>
            </a:r>
          </a:p>
          <a:p>
            <a:pPr marL="0" indent="0">
              <a:buNone/>
            </a:pPr>
            <a:r>
              <a:rPr lang="en-US" sz="1600" b="1">
                <a:latin typeface="Calibri"/>
                <a:ea typeface="Calibri"/>
                <a:cs typeface="Calibri"/>
              </a:rPr>
              <a:t>We saw success at completing this objective.</a:t>
            </a:r>
          </a:p>
        </p:txBody>
      </p:sp>
      <p:sp>
        <p:nvSpPr>
          <p:cNvPr id="4" name="TextBox 3">
            <a:extLst>
              <a:ext uri="{FF2B5EF4-FFF2-40B4-BE49-F238E27FC236}">
                <a16:creationId xmlns:a16="http://schemas.microsoft.com/office/drawing/2014/main" id="{E20C9F96-9D3A-930F-2E50-5DFEC3E6F32A}"/>
              </a:ext>
            </a:extLst>
          </p:cNvPr>
          <p:cNvSpPr txBox="1"/>
          <p:nvPr/>
        </p:nvSpPr>
        <p:spPr>
          <a:xfrm>
            <a:off x="9914626" y="1966823"/>
            <a:ext cx="184731" cy="369332"/>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13202892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4826DF1-E9AE-F2A9-82F3-284C5EF53370}"/>
              </a:ext>
            </a:extLst>
          </p:cNvPr>
          <p:cNvSpPr>
            <a:spLocks noGrp="1"/>
          </p:cNvSpPr>
          <p:nvPr>
            <p:ph type="title"/>
          </p:nvPr>
        </p:nvSpPr>
        <p:spPr>
          <a:xfrm>
            <a:off x="4381971" y="193980"/>
            <a:ext cx="3429000" cy="822077"/>
          </a:xfrm>
        </p:spPr>
        <p:txBody>
          <a:bodyPr>
            <a:normAutofit/>
          </a:bodyPr>
          <a:lstStyle/>
          <a:p>
            <a:r>
              <a:rPr lang="en-US" sz="3400"/>
              <a:t>Why it matters?</a:t>
            </a:r>
          </a:p>
        </p:txBody>
      </p:sp>
      <p:sp>
        <p:nvSpPr>
          <p:cNvPr id="10" name="Content Placeholder 2">
            <a:extLst>
              <a:ext uri="{FF2B5EF4-FFF2-40B4-BE49-F238E27FC236}">
                <a16:creationId xmlns:a16="http://schemas.microsoft.com/office/drawing/2014/main" id="{57DE1C3C-55E9-A22C-30DB-1A8A43E6C3A0}"/>
              </a:ext>
            </a:extLst>
          </p:cNvPr>
          <p:cNvSpPr>
            <a:spLocks noGrp="1"/>
          </p:cNvSpPr>
          <p:nvPr>
            <p:ph idx="1"/>
          </p:nvPr>
        </p:nvSpPr>
        <p:spPr>
          <a:xfrm>
            <a:off x="1129" y="1015812"/>
            <a:ext cx="12171491" cy="4003191"/>
          </a:xfrm>
        </p:spPr>
        <p:txBody>
          <a:bodyPr vert="horz" lIns="91440" tIns="45720" rIns="91440" bIns="45720" rtlCol="0" anchor="t">
            <a:noAutofit/>
          </a:bodyPr>
          <a:lstStyle/>
          <a:p>
            <a:pPr marL="0" indent="0">
              <a:buNone/>
            </a:pPr>
            <a:r>
              <a:rPr lang="en-US" sz="3200">
                <a:latin typeface="Calibri"/>
                <a:ea typeface="Calibri"/>
                <a:cs typeface="Calibri"/>
              </a:rPr>
              <a:t>Social Engineering is on the rise, and an increasing number and type of people are being targeted and exploited. </a:t>
            </a:r>
            <a:endParaRPr lang="en-US" sz="3200"/>
          </a:p>
          <a:p>
            <a:pPr marL="0" indent="0">
              <a:buNone/>
            </a:pPr>
            <a:r>
              <a:rPr lang="en-US" sz="3200">
                <a:latin typeface="Calibri"/>
                <a:ea typeface="Calibri"/>
                <a:cs typeface="Calibri"/>
              </a:rPr>
              <a:t>To counter social engineering, you must inform and educate the public about what social engineering is, the various forms that it comes in and the harm that it can cause. </a:t>
            </a:r>
            <a:endParaRPr lang="en-US" sz="3200">
              <a:latin typeface="Univers Condensed Light"/>
              <a:ea typeface="Calibri"/>
              <a:cs typeface="Calibri"/>
            </a:endParaRPr>
          </a:p>
          <a:p>
            <a:pPr marL="0" indent="0">
              <a:buNone/>
            </a:pPr>
            <a:r>
              <a:rPr lang="en-US" sz="3200">
                <a:latin typeface="Calibri"/>
                <a:ea typeface="Calibri"/>
                <a:cs typeface="Calibri"/>
              </a:rPr>
              <a:t>We also wanted to show that SE has a wider impact than just psychological manipulation by conducting physical reconnaissance alongside our social engineering.</a:t>
            </a:r>
            <a:endParaRPr lang="en-US" sz="3200"/>
          </a:p>
        </p:txBody>
      </p:sp>
    </p:spTree>
    <p:extLst>
      <p:ext uri="{BB962C8B-B14F-4D97-AF65-F5344CB8AC3E}">
        <p14:creationId xmlns:p14="http://schemas.microsoft.com/office/powerpoint/2010/main" val="31960874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6C90E-5B38-D9BB-E2AC-63F34AA3953A}"/>
              </a:ext>
            </a:extLst>
          </p:cNvPr>
          <p:cNvSpPr>
            <a:spLocks noGrp="1"/>
          </p:cNvSpPr>
          <p:nvPr>
            <p:ph type="title"/>
          </p:nvPr>
        </p:nvSpPr>
        <p:spPr>
          <a:xfrm>
            <a:off x="603504" y="632966"/>
            <a:ext cx="10909808" cy="988568"/>
          </a:xfrm>
        </p:spPr>
        <p:txBody>
          <a:bodyPr/>
          <a:lstStyle/>
          <a:p>
            <a:r>
              <a:rPr lang="en-US"/>
              <a:t>The chosen </a:t>
            </a:r>
            <a:r>
              <a:rPr lang="en-US" err="1"/>
              <a:t>ROles</a:t>
            </a:r>
          </a:p>
        </p:txBody>
      </p:sp>
      <p:sp>
        <p:nvSpPr>
          <p:cNvPr id="3" name="Text Placeholder 2">
            <a:extLst>
              <a:ext uri="{FF2B5EF4-FFF2-40B4-BE49-F238E27FC236}">
                <a16:creationId xmlns:a16="http://schemas.microsoft.com/office/drawing/2014/main" id="{89A94733-E864-CF5B-BA5C-68D99E78F5B5}"/>
              </a:ext>
            </a:extLst>
          </p:cNvPr>
          <p:cNvSpPr>
            <a:spLocks noGrp="1"/>
          </p:cNvSpPr>
          <p:nvPr>
            <p:ph type="body" idx="1"/>
          </p:nvPr>
        </p:nvSpPr>
        <p:spPr/>
        <p:txBody>
          <a:bodyPr/>
          <a:lstStyle/>
          <a:p>
            <a:r>
              <a:rPr lang="en-US"/>
              <a:t>The Engineer</a:t>
            </a:r>
          </a:p>
        </p:txBody>
      </p:sp>
      <p:sp>
        <p:nvSpPr>
          <p:cNvPr id="4" name="Content Placeholder 3">
            <a:extLst>
              <a:ext uri="{FF2B5EF4-FFF2-40B4-BE49-F238E27FC236}">
                <a16:creationId xmlns:a16="http://schemas.microsoft.com/office/drawing/2014/main" id="{29A82006-A9BE-3EB8-0EA2-E7E02A0B0840}"/>
              </a:ext>
            </a:extLst>
          </p:cNvPr>
          <p:cNvSpPr>
            <a:spLocks noGrp="1"/>
          </p:cNvSpPr>
          <p:nvPr>
            <p:ph sz="half" idx="2"/>
          </p:nvPr>
        </p:nvSpPr>
        <p:spPr/>
        <p:txBody>
          <a:bodyPr vert="horz" lIns="91440" tIns="45720" rIns="91440" bIns="45720" rtlCol="0">
            <a:normAutofit fontScale="85000" lnSpcReduction="10000"/>
          </a:bodyPr>
          <a:lstStyle/>
          <a:p>
            <a:pPr marL="0" indent="0">
              <a:buNone/>
            </a:pPr>
            <a:r>
              <a:rPr lang="en-US" sz="1900"/>
              <a:t>For this role, the person would use social engineering and pretexting to achieve the following objectives:</a:t>
            </a:r>
          </a:p>
          <a:p>
            <a:pPr>
              <a:buFontTx/>
              <a:buChar char="-"/>
            </a:pPr>
            <a:r>
              <a:rPr lang="en-US" sz="1900"/>
              <a:t>Learn any information about people’s projects by asking questions while maintaining the cover of construction workers.</a:t>
            </a:r>
          </a:p>
          <a:p>
            <a:pPr>
              <a:buFontTx/>
              <a:buChar char="-"/>
            </a:pPr>
            <a:r>
              <a:rPr lang="en-US" sz="1900"/>
              <a:t>Establish a sense of trust, or connection.</a:t>
            </a:r>
          </a:p>
          <a:p>
            <a:pPr>
              <a:buFontTx/>
              <a:buChar char="-"/>
            </a:pPr>
            <a:r>
              <a:rPr lang="en-US" sz="1900"/>
              <a:t>Buy as much time possible, so that the sniffer can collect as much data that they can.</a:t>
            </a:r>
          </a:p>
          <a:p>
            <a:pPr>
              <a:buFontTx/>
              <a:buChar char="-"/>
            </a:pPr>
            <a:r>
              <a:rPr lang="en-US" sz="1900"/>
              <a:t>Analyze initial reactions and debrief groups after exercise is over.</a:t>
            </a:r>
          </a:p>
          <a:p>
            <a:pPr>
              <a:buFontTx/>
              <a:buChar char="-"/>
            </a:pPr>
            <a:r>
              <a:rPr lang="en-US" sz="1900"/>
              <a:t>Demonstrate the psychological impacts of social engineering.</a:t>
            </a:r>
          </a:p>
          <a:p>
            <a:pPr>
              <a:buFontTx/>
              <a:buChar char="-"/>
            </a:pPr>
            <a:endParaRPr lang="en-US"/>
          </a:p>
          <a:p>
            <a:pPr>
              <a:buFontTx/>
              <a:buChar char="-"/>
            </a:pPr>
            <a:endParaRPr lang="en-US"/>
          </a:p>
        </p:txBody>
      </p:sp>
      <p:sp>
        <p:nvSpPr>
          <p:cNvPr id="5" name="Text Placeholder 4">
            <a:extLst>
              <a:ext uri="{FF2B5EF4-FFF2-40B4-BE49-F238E27FC236}">
                <a16:creationId xmlns:a16="http://schemas.microsoft.com/office/drawing/2014/main" id="{457C080B-4980-C19C-B6D0-A1D0BB2B68BB}"/>
              </a:ext>
            </a:extLst>
          </p:cNvPr>
          <p:cNvSpPr>
            <a:spLocks noGrp="1"/>
          </p:cNvSpPr>
          <p:nvPr>
            <p:ph type="body" sz="quarter" idx="3"/>
          </p:nvPr>
        </p:nvSpPr>
        <p:spPr/>
        <p:txBody>
          <a:bodyPr/>
          <a:lstStyle/>
          <a:p>
            <a:r>
              <a:rPr lang="en-US"/>
              <a:t>The sniffer</a:t>
            </a:r>
          </a:p>
        </p:txBody>
      </p:sp>
      <p:sp>
        <p:nvSpPr>
          <p:cNvPr id="6" name="Content Placeholder 5">
            <a:extLst>
              <a:ext uri="{FF2B5EF4-FFF2-40B4-BE49-F238E27FC236}">
                <a16:creationId xmlns:a16="http://schemas.microsoft.com/office/drawing/2014/main" id="{1C70E972-CB4E-7820-4C81-177325BE38C7}"/>
              </a:ext>
            </a:extLst>
          </p:cNvPr>
          <p:cNvSpPr>
            <a:spLocks noGrp="1"/>
          </p:cNvSpPr>
          <p:nvPr>
            <p:ph sz="quarter" idx="4"/>
          </p:nvPr>
        </p:nvSpPr>
        <p:spPr/>
        <p:txBody>
          <a:bodyPr vert="horz" lIns="91440" tIns="45720" rIns="91440" bIns="45720" rtlCol="0">
            <a:normAutofit fontScale="85000" lnSpcReduction="10000"/>
          </a:bodyPr>
          <a:lstStyle/>
          <a:p>
            <a:pPr marL="0" indent="0">
              <a:buNone/>
            </a:pPr>
            <a:r>
              <a:rPr lang="en-US" sz="1900"/>
              <a:t>For this role, the person would use network monitoring tools to achieve the following objectives:</a:t>
            </a:r>
          </a:p>
          <a:p>
            <a:pPr>
              <a:buFont typeface="Calibri" panose="020B0604020202020204" pitchFamily="34" charset="0"/>
              <a:buChar char="-"/>
            </a:pPr>
            <a:r>
              <a:rPr lang="en-US" sz="1900"/>
              <a:t>Identify any devices transmitting on wireless connections.</a:t>
            </a:r>
          </a:p>
          <a:p>
            <a:pPr>
              <a:buFont typeface="Calibri" panose="020B0604020202020204" pitchFamily="34" charset="0"/>
              <a:buChar char="-"/>
            </a:pPr>
            <a:r>
              <a:rPr lang="en-US" sz="1900"/>
              <a:t>Capture all data being transmitted in the general area.</a:t>
            </a:r>
          </a:p>
          <a:p>
            <a:pPr>
              <a:buFont typeface="Calibri" panose="020B0604020202020204" pitchFamily="34" charset="0"/>
              <a:buChar char="-"/>
            </a:pPr>
            <a:r>
              <a:rPr lang="en-US" sz="1900"/>
              <a:t>Debrief and report on all data collected during analysis phase.</a:t>
            </a:r>
          </a:p>
          <a:p>
            <a:pPr>
              <a:buFont typeface="Calibri" panose="020B0604020202020204" pitchFamily="34" charset="0"/>
              <a:buChar char="-"/>
            </a:pPr>
            <a:r>
              <a:rPr lang="en-US" sz="1900"/>
              <a:t>Demonstrate the physical/logical impacts of social engineering.</a:t>
            </a:r>
          </a:p>
          <a:p>
            <a:pPr>
              <a:buFont typeface="Calibri" panose="020B0604020202020204" pitchFamily="34" charset="0"/>
              <a:buChar char="-"/>
            </a:pPr>
            <a:endParaRPr lang="en-US" sz="1800"/>
          </a:p>
        </p:txBody>
      </p:sp>
      <p:sp>
        <p:nvSpPr>
          <p:cNvPr id="8" name="Content Placeholder 3">
            <a:extLst>
              <a:ext uri="{FF2B5EF4-FFF2-40B4-BE49-F238E27FC236}">
                <a16:creationId xmlns:a16="http://schemas.microsoft.com/office/drawing/2014/main" id="{3FA1068A-3CF3-6FEC-3B04-51FAACDE3513}"/>
              </a:ext>
            </a:extLst>
          </p:cNvPr>
          <p:cNvSpPr txBox="1">
            <a:spLocks/>
          </p:cNvSpPr>
          <p:nvPr/>
        </p:nvSpPr>
        <p:spPr>
          <a:xfrm>
            <a:off x="4080151" y="980226"/>
            <a:ext cx="7433627" cy="701253"/>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a:t>Both roles were responsible for their own conduct for a successful heist of the data they seeked. Objectives were set for each role to ensure smoothness.</a:t>
            </a:r>
          </a:p>
        </p:txBody>
      </p:sp>
    </p:spTree>
    <p:extLst>
      <p:ext uri="{BB962C8B-B14F-4D97-AF65-F5344CB8AC3E}">
        <p14:creationId xmlns:p14="http://schemas.microsoft.com/office/powerpoint/2010/main" val="38740969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3">
            <a:extLst>
              <a:ext uri="{FF2B5EF4-FFF2-40B4-BE49-F238E27FC236}">
                <a16:creationId xmlns:a16="http://schemas.microsoft.com/office/drawing/2014/main" id="{565FF188-5701-2F05-7E72-E8FEB39DCFFA}"/>
              </a:ext>
            </a:extLst>
          </p:cNvPr>
          <p:cNvPicPr>
            <a:picLocks noGrp="1" noChangeAspect="1"/>
          </p:cNvPicPr>
          <p:nvPr>
            <p:ph type="pic" sz="quarter" idx="13"/>
          </p:nvPr>
        </p:nvPicPr>
        <p:blipFill>
          <a:blip r:embed="rId2"/>
          <a:srcRect l="38219" t="16133" r="-928" b="8901"/>
          <a:stretch>
            <a:fillRect/>
          </a:stretch>
        </p:blipFill>
        <p:spPr>
          <a:xfrm>
            <a:off x="906585" y="527538"/>
            <a:ext cx="3440451" cy="5483816"/>
          </a:xfrm>
          <a:prstGeom prst="rect">
            <a:avLst/>
          </a:prstGeom>
          <a:blipFill>
            <a:blip r:embed="rId3">
              <a:alphaModFix amt="70000"/>
            </a:blip>
            <a:stretch>
              <a:fillRect/>
            </a:stretch>
          </a:blipFill>
        </p:spPr>
      </p:pic>
      <p:sp>
        <p:nvSpPr>
          <p:cNvPr id="2" name="Title 1">
            <a:extLst>
              <a:ext uri="{FF2B5EF4-FFF2-40B4-BE49-F238E27FC236}">
                <a16:creationId xmlns:a16="http://schemas.microsoft.com/office/drawing/2014/main" id="{B9EE0130-5BB8-9961-DB10-28FED609B780}"/>
              </a:ext>
            </a:extLst>
          </p:cNvPr>
          <p:cNvSpPr>
            <a:spLocks noGrp="1"/>
          </p:cNvSpPr>
          <p:nvPr>
            <p:ph type="title"/>
          </p:nvPr>
        </p:nvSpPr>
        <p:spPr>
          <a:xfrm>
            <a:off x="5428180" y="408771"/>
            <a:ext cx="3956856" cy="721509"/>
          </a:xfrm>
        </p:spPr>
        <p:txBody>
          <a:bodyPr>
            <a:noAutofit/>
          </a:bodyPr>
          <a:lstStyle/>
          <a:p>
            <a:r>
              <a:rPr lang="en-US"/>
              <a:t>The Engineer</a:t>
            </a:r>
          </a:p>
        </p:txBody>
      </p:sp>
      <p:sp>
        <p:nvSpPr>
          <p:cNvPr id="3" name="Content Placeholder 2">
            <a:extLst>
              <a:ext uri="{FF2B5EF4-FFF2-40B4-BE49-F238E27FC236}">
                <a16:creationId xmlns:a16="http://schemas.microsoft.com/office/drawing/2014/main" id="{8568ED8A-2218-3E62-7AFA-5E716706419C}"/>
              </a:ext>
            </a:extLst>
          </p:cNvPr>
          <p:cNvSpPr>
            <a:spLocks noGrp="1"/>
          </p:cNvSpPr>
          <p:nvPr>
            <p:ph idx="1"/>
          </p:nvPr>
        </p:nvSpPr>
        <p:spPr>
          <a:xfrm>
            <a:off x="5480626" y="1297065"/>
            <a:ext cx="5883807" cy="5010691"/>
          </a:xfrm>
        </p:spPr>
        <p:txBody>
          <a:bodyPr vert="horz" lIns="91440" tIns="45720" rIns="91440" bIns="45720" rtlCol="0">
            <a:noAutofit/>
          </a:bodyPr>
          <a:lstStyle/>
          <a:p>
            <a:pPr marL="0" indent="0">
              <a:buNone/>
            </a:pPr>
            <a:r>
              <a:rPr lang="en-US" sz="2000">
                <a:ea typeface="Calibri"/>
                <a:cs typeface="Calibri"/>
              </a:rPr>
              <a:t>To ensure the sniffer could carry out its duties, the impersonator buys enough time by using social engineering tactics to pry out any information and keep eyes off the sniffer.</a:t>
            </a:r>
            <a:endParaRPr lang="en-US" sz="2000"/>
          </a:p>
          <a:p>
            <a:pPr marL="0" indent="0">
              <a:buNone/>
            </a:pPr>
            <a:r>
              <a:rPr lang="en-US" sz="2000">
                <a:ea typeface="Calibri"/>
                <a:cs typeface="Calibri"/>
              </a:rPr>
              <a:t>Impersonators kept suspicion low by using authentic equipment, speaking in vague but technical terms, and using environmental context to establish a readily believable story for further psychological pivoting.</a:t>
            </a:r>
          </a:p>
          <a:p>
            <a:pPr marL="0" indent="0">
              <a:buNone/>
            </a:pPr>
            <a:r>
              <a:rPr lang="en-US" sz="2000">
                <a:ea typeface="Calibri"/>
                <a:cs typeface="Calibri"/>
              </a:rPr>
              <a:t>Additionally, audio was recorded both before and after the exercise reveal to debrief on results and establish a burden of proof for SE attempts and group responses.</a:t>
            </a:r>
          </a:p>
        </p:txBody>
      </p:sp>
    </p:spTree>
    <p:extLst>
      <p:ext uri="{BB962C8B-B14F-4D97-AF65-F5344CB8AC3E}">
        <p14:creationId xmlns:p14="http://schemas.microsoft.com/office/powerpoint/2010/main" val="7989554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F86E8-DD46-B95A-AEA6-22259E83382D}"/>
              </a:ext>
            </a:extLst>
          </p:cNvPr>
          <p:cNvSpPr>
            <a:spLocks noGrp="1"/>
          </p:cNvSpPr>
          <p:nvPr>
            <p:ph type="title"/>
          </p:nvPr>
        </p:nvSpPr>
        <p:spPr/>
        <p:txBody>
          <a:bodyPr/>
          <a:lstStyle/>
          <a:p>
            <a:r>
              <a:rPr lang="en-US"/>
              <a:t>Packet Sniffer</a:t>
            </a:r>
          </a:p>
        </p:txBody>
      </p:sp>
      <p:sp>
        <p:nvSpPr>
          <p:cNvPr id="3" name="Content Placeholder 2">
            <a:extLst>
              <a:ext uri="{FF2B5EF4-FFF2-40B4-BE49-F238E27FC236}">
                <a16:creationId xmlns:a16="http://schemas.microsoft.com/office/drawing/2014/main" id="{3EBF405E-621B-5360-A271-74E3B9F6E2DF}"/>
              </a:ext>
            </a:extLst>
          </p:cNvPr>
          <p:cNvSpPr>
            <a:spLocks noGrp="1"/>
          </p:cNvSpPr>
          <p:nvPr>
            <p:ph idx="1"/>
          </p:nvPr>
        </p:nvSpPr>
        <p:spPr/>
        <p:txBody>
          <a:bodyPr vert="horz" lIns="91440" tIns="45720" rIns="91440" bIns="45720" rtlCol="0" anchor="t">
            <a:noAutofit/>
          </a:bodyPr>
          <a:lstStyle/>
          <a:p>
            <a:pPr marL="0" indent="0">
              <a:buNone/>
            </a:pPr>
            <a:r>
              <a:rPr lang="en-US" sz="2000"/>
              <a:t>The engineer assigned to packet sniffing utilized a variety of tools to capture, store, and analyze data. As the Engineer stalled for data, the sniffer would conduct the capture.</a:t>
            </a:r>
          </a:p>
          <a:p>
            <a:pPr marL="342900" indent="-342900">
              <a:buFont typeface="Calibri" panose="020B0604020202020204" pitchFamily="34" charset="0"/>
              <a:buChar char="-"/>
            </a:pPr>
            <a:r>
              <a:rPr lang="en-US" sz="1800"/>
              <a:t>Wireshark and Kismet were used for packet capture. </a:t>
            </a:r>
          </a:p>
          <a:p>
            <a:pPr marL="342900" indent="-342900">
              <a:buFont typeface="Calibri" panose="020B0604020202020204" pitchFamily="34" charset="0"/>
              <a:buChar char="-"/>
            </a:pPr>
            <a:r>
              <a:rPr lang="en-US" sz="1800" err="1"/>
              <a:t>NetworkMiner</a:t>
            </a:r>
            <a:r>
              <a:rPr lang="en-US" sz="1800"/>
              <a:t> identified patterns and communication in PCAPS.</a:t>
            </a:r>
          </a:p>
          <a:p>
            <a:pPr marL="342900" indent="-342900">
              <a:buFont typeface="Calibri" panose="020B0604020202020204" pitchFamily="34" charset="0"/>
              <a:buChar char="-"/>
            </a:pPr>
            <a:r>
              <a:rPr lang="en-US" sz="1800"/>
              <a:t>Monitor Mode Antenna was used to retrieve packets without direct connection.</a:t>
            </a:r>
          </a:p>
          <a:p>
            <a:pPr marL="342900" indent="-342900">
              <a:buFont typeface="Calibri" panose="020B0604020202020204" pitchFamily="34" charset="0"/>
              <a:buChar char="-"/>
            </a:pPr>
            <a:r>
              <a:rPr lang="en-US" sz="1800"/>
              <a:t>Authentic gear hid all notable features for harder identification of physical threat within social engineering.</a:t>
            </a:r>
          </a:p>
        </p:txBody>
      </p:sp>
      <p:pic>
        <p:nvPicPr>
          <p:cNvPr id="5" name="Picture Placeholder 4">
            <a:extLst>
              <a:ext uri="{FF2B5EF4-FFF2-40B4-BE49-F238E27FC236}">
                <a16:creationId xmlns:a16="http://schemas.microsoft.com/office/drawing/2014/main" id="{C09A88F5-3063-B05A-7C03-3FEE0F1A9F7E}"/>
              </a:ext>
            </a:extLst>
          </p:cNvPr>
          <p:cNvPicPr>
            <a:picLocks noGrp="1" noChangeAspect="1"/>
          </p:cNvPicPr>
          <p:nvPr>
            <p:ph type="pic" sz="quarter" idx="13"/>
          </p:nvPr>
        </p:nvPicPr>
        <p:blipFill>
          <a:blip r:embed="rId2"/>
          <a:srcRect t="6548" b="6548"/>
          <a:stretch/>
        </p:blipFill>
        <p:spPr>
          <a:xfrm>
            <a:off x="7045960" y="152400"/>
            <a:ext cx="4800600" cy="5562600"/>
          </a:xfrm>
          <a:prstGeom prst="rect">
            <a:avLst/>
          </a:prstGeom>
          <a:blipFill>
            <a:blip r:embed="rId3">
              <a:alphaModFix amt="70000"/>
            </a:blip>
            <a:stretch>
              <a:fillRect/>
            </a:stretch>
          </a:blipFill>
        </p:spPr>
      </p:pic>
    </p:spTree>
    <p:extLst>
      <p:ext uri="{BB962C8B-B14F-4D97-AF65-F5344CB8AC3E}">
        <p14:creationId xmlns:p14="http://schemas.microsoft.com/office/powerpoint/2010/main" val="16987836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F5D8F-72E5-8718-7132-EA627552CC32}"/>
              </a:ext>
            </a:extLst>
          </p:cNvPr>
          <p:cNvSpPr>
            <a:spLocks noGrp="1"/>
          </p:cNvSpPr>
          <p:nvPr>
            <p:ph type="title"/>
          </p:nvPr>
        </p:nvSpPr>
        <p:spPr>
          <a:xfrm>
            <a:off x="912" y="-665605"/>
            <a:ext cx="10981137" cy="1325563"/>
          </a:xfrm>
        </p:spPr>
        <p:txBody>
          <a:bodyPr/>
          <a:lstStyle/>
          <a:p>
            <a:pPr algn="ctr"/>
            <a:r>
              <a:rPr lang="en-US"/>
              <a:t>Results</a:t>
            </a:r>
          </a:p>
        </p:txBody>
      </p:sp>
      <p:sp>
        <p:nvSpPr>
          <p:cNvPr id="3" name="Content Placeholder 2">
            <a:extLst>
              <a:ext uri="{FF2B5EF4-FFF2-40B4-BE49-F238E27FC236}">
                <a16:creationId xmlns:a16="http://schemas.microsoft.com/office/drawing/2014/main" id="{8830AD6B-6B88-578D-6D37-4118A3268B73}"/>
              </a:ext>
            </a:extLst>
          </p:cNvPr>
          <p:cNvSpPr>
            <a:spLocks noGrp="1"/>
          </p:cNvSpPr>
          <p:nvPr>
            <p:ph idx="1"/>
          </p:nvPr>
        </p:nvSpPr>
        <p:spPr>
          <a:xfrm>
            <a:off x="912" y="1068250"/>
            <a:ext cx="12185285" cy="4650422"/>
          </a:xfrm>
        </p:spPr>
        <p:txBody>
          <a:bodyPr vert="horz" lIns="91440" tIns="45720" rIns="91440" bIns="45720" rtlCol="0" anchor="t">
            <a:noAutofit/>
          </a:bodyPr>
          <a:lstStyle/>
          <a:p>
            <a:pPr marL="0" indent="0">
              <a:buNone/>
            </a:pPr>
            <a:r>
              <a:rPr lang="en-US" sz="1800"/>
              <a:t>After surveying 19 groups, we analyzed the exercise debriefs and found an average suspicion-to-belief ratio of 80:20. </a:t>
            </a:r>
          </a:p>
          <a:p>
            <a:pPr marL="0" indent="0">
              <a:buNone/>
            </a:pPr>
            <a:r>
              <a:rPr lang="en-US" sz="1800"/>
              <a:t>Of the groups that grew suspicious, fewer took action. Those actions included:</a:t>
            </a:r>
          </a:p>
          <a:p>
            <a:pPr marL="285750" indent="-285750"/>
            <a:r>
              <a:rPr lang="en-US" sz="1800" b="1"/>
              <a:t>1 active report to organizers on suspicious social engineering activity.</a:t>
            </a:r>
          </a:p>
          <a:p>
            <a:pPr marL="285750" indent="-285750"/>
            <a:r>
              <a:rPr lang="en-US" sz="1800" b="1"/>
              <a:t>1 attempt at verification of employment of the engineers through their employee ID.</a:t>
            </a:r>
          </a:p>
          <a:p>
            <a:pPr marL="285750" indent="-285750"/>
            <a:r>
              <a:rPr lang="en-US" sz="1800" b="1"/>
              <a:t>1 attempt to hamper sniffer activity by enabling airplane mode.</a:t>
            </a:r>
          </a:p>
          <a:p>
            <a:pPr marL="0" indent="0">
              <a:buNone/>
            </a:pPr>
            <a:r>
              <a:rPr lang="en-US" sz="1800"/>
              <a:t>Only 7 groups displayed active resistance and hesitation to social engineering. </a:t>
            </a:r>
          </a:p>
          <a:p>
            <a:pPr marL="0" indent="0">
              <a:buNone/>
            </a:pPr>
            <a:r>
              <a:rPr lang="en-US" sz="1800"/>
              <a:t>Despite these actions, many more were willing to give up information that a real social engineer would find useful, even within a competition environment.</a:t>
            </a:r>
          </a:p>
          <a:p>
            <a:pPr marL="285750" indent="-285750"/>
            <a:r>
              <a:rPr lang="en-US" sz="1800" b="1"/>
              <a:t>17 of the 19 groups disclosed their active network connection method, allowing tailored sniffing on a specific bandwidth to occur.</a:t>
            </a:r>
          </a:p>
          <a:p>
            <a:r>
              <a:rPr lang="en-US" sz="1800" b="1"/>
              <a:t>  Despite suspicion, many played along, which can be dangerous, since the sniffer could still capture their data without having them directly giving up their information.</a:t>
            </a:r>
          </a:p>
          <a:p>
            <a:pPr marL="285750" indent="-285750"/>
            <a:r>
              <a:rPr lang="en-US" sz="1800" b="1"/>
              <a:t>Lack of action from groups allowed the social engineering to spread to other groups without competitors warning each other of it occurring.</a:t>
            </a:r>
          </a:p>
          <a:p>
            <a:pPr marL="285750" indent="-285750"/>
            <a:endParaRPr lang="en-US" sz="1800"/>
          </a:p>
          <a:p>
            <a:pPr marL="285750" indent="-285750"/>
            <a:endParaRPr lang="en-US" sz="1800"/>
          </a:p>
          <a:p>
            <a:pPr marL="285750" indent="-285750"/>
            <a:endParaRPr lang="en-US" sz="1800"/>
          </a:p>
        </p:txBody>
      </p:sp>
    </p:spTree>
    <p:extLst>
      <p:ext uri="{BB962C8B-B14F-4D97-AF65-F5344CB8AC3E}">
        <p14:creationId xmlns:p14="http://schemas.microsoft.com/office/powerpoint/2010/main" val="36071490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A653B-2B37-780E-2F59-6DD08063E7AD}"/>
              </a:ext>
            </a:extLst>
          </p:cNvPr>
          <p:cNvSpPr>
            <a:spLocks noGrp="1"/>
          </p:cNvSpPr>
          <p:nvPr>
            <p:ph type="title"/>
          </p:nvPr>
        </p:nvSpPr>
        <p:spPr>
          <a:xfrm>
            <a:off x="4930911" y="3799"/>
            <a:ext cx="1680390" cy="1098070"/>
          </a:xfrm>
        </p:spPr>
        <p:txBody>
          <a:bodyPr/>
          <a:lstStyle/>
          <a:p>
            <a:r>
              <a:rPr lang="en-US"/>
              <a:t>Feedback</a:t>
            </a:r>
          </a:p>
        </p:txBody>
      </p:sp>
      <p:sp>
        <p:nvSpPr>
          <p:cNvPr id="6" name="Text Placeholder 5">
            <a:extLst>
              <a:ext uri="{FF2B5EF4-FFF2-40B4-BE49-F238E27FC236}">
                <a16:creationId xmlns:a16="http://schemas.microsoft.com/office/drawing/2014/main" id="{4784CF63-BBC1-46D9-BD1F-2BCA757E3E23}"/>
              </a:ext>
            </a:extLst>
          </p:cNvPr>
          <p:cNvSpPr>
            <a:spLocks noGrp="1"/>
          </p:cNvSpPr>
          <p:nvPr>
            <p:ph type="body" sz="quarter" idx="3"/>
          </p:nvPr>
        </p:nvSpPr>
        <p:spPr>
          <a:xfrm>
            <a:off x="6321643" y="1104262"/>
            <a:ext cx="5183188" cy="709393"/>
          </a:xfrm>
        </p:spPr>
        <p:txBody>
          <a:bodyPr/>
          <a:lstStyle/>
          <a:p>
            <a:r>
              <a:rPr lang="en-US"/>
              <a:t>Why  THE Pretext failed</a:t>
            </a:r>
          </a:p>
        </p:txBody>
      </p:sp>
      <p:sp>
        <p:nvSpPr>
          <p:cNvPr id="7" name="Content Placeholder 6">
            <a:extLst>
              <a:ext uri="{FF2B5EF4-FFF2-40B4-BE49-F238E27FC236}">
                <a16:creationId xmlns:a16="http://schemas.microsoft.com/office/drawing/2014/main" id="{1F9F006D-B0C6-9E0F-37C8-F3D62460AA6A}"/>
              </a:ext>
            </a:extLst>
          </p:cNvPr>
          <p:cNvSpPr>
            <a:spLocks noGrp="1"/>
          </p:cNvSpPr>
          <p:nvPr>
            <p:ph sz="quarter" idx="4"/>
          </p:nvPr>
        </p:nvSpPr>
        <p:spPr>
          <a:xfrm>
            <a:off x="6324600" y="1817108"/>
            <a:ext cx="5183188" cy="3495254"/>
          </a:xfrm>
        </p:spPr>
        <p:txBody>
          <a:bodyPr vert="horz" lIns="91440" tIns="45720" rIns="91440" bIns="45720" rtlCol="0" anchor="t">
            <a:noAutofit/>
          </a:bodyPr>
          <a:lstStyle/>
          <a:p>
            <a:pPr marL="0" indent="0">
              <a:lnSpc>
                <a:spcPct val="100000"/>
              </a:lnSpc>
              <a:buNone/>
            </a:pPr>
            <a:r>
              <a:rPr lang="en-US" sz="1600"/>
              <a:t>Visual/Wardrobe Anomalies</a:t>
            </a:r>
          </a:p>
          <a:p>
            <a:r>
              <a:rPr lang="en-US" sz="1600"/>
              <a:t>A lack of gear paired with new-looking equipment, as well as a dedicated cybersecurity laptop, aroused suspicion in those who took a closer look. They understood how the average construction worker should look, which did not match their view.</a:t>
            </a:r>
          </a:p>
          <a:p>
            <a:pPr marL="0" indent="0">
              <a:lnSpc>
                <a:spcPct val="100000"/>
              </a:lnSpc>
              <a:buNone/>
            </a:pPr>
            <a:r>
              <a:rPr lang="en-US" sz="1600"/>
              <a:t>Logical Anomalies</a:t>
            </a:r>
          </a:p>
          <a:p>
            <a:pPr>
              <a:lnSpc>
                <a:spcPct val="110000"/>
              </a:lnSpc>
            </a:pPr>
            <a:r>
              <a:rPr lang="en-US" sz="1600"/>
              <a:t>Although the pretext established itself well with context, the logical conclusion people point to is that construction workers do not deal with IT infrastructure. </a:t>
            </a:r>
          </a:p>
          <a:p>
            <a:pPr marL="0" indent="0">
              <a:lnSpc>
                <a:spcPct val="100000"/>
              </a:lnSpc>
              <a:buNone/>
            </a:pPr>
            <a:r>
              <a:rPr lang="en-US" sz="1600"/>
              <a:t>Personal Recognition</a:t>
            </a:r>
          </a:p>
          <a:p>
            <a:pPr>
              <a:lnSpc>
                <a:spcPct val="110000"/>
              </a:lnSpc>
            </a:pPr>
            <a:r>
              <a:rPr lang="en-US" sz="1600"/>
              <a:t>Several group members recognized some members of our team, which immediately blew their cover, and the roles were forced to rotate.</a:t>
            </a:r>
          </a:p>
          <a:p>
            <a:pPr>
              <a:lnSpc>
                <a:spcPct val="100000"/>
              </a:lnSpc>
            </a:pPr>
            <a:endParaRPr lang="en-US" sz="1600"/>
          </a:p>
        </p:txBody>
      </p:sp>
      <p:sp>
        <p:nvSpPr>
          <p:cNvPr id="8" name="Content Placeholder 7">
            <a:extLst>
              <a:ext uri="{FF2B5EF4-FFF2-40B4-BE49-F238E27FC236}">
                <a16:creationId xmlns:a16="http://schemas.microsoft.com/office/drawing/2014/main" id="{97FEA680-18FC-2574-C2CE-13EFDF536E9F}"/>
              </a:ext>
            </a:extLst>
          </p:cNvPr>
          <p:cNvSpPr>
            <a:spLocks noGrp="1"/>
          </p:cNvSpPr>
          <p:nvPr>
            <p:ph sz="half" idx="2"/>
          </p:nvPr>
        </p:nvSpPr>
        <p:spPr>
          <a:xfrm>
            <a:off x="605431" y="1817109"/>
            <a:ext cx="5157787" cy="3495253"/>
          </a:xfrm>
        </p:spPr>
        <p:txBody>
          <a:bodyPr vert="horz" lIns="91440" tIns="45720" rIns="91440" bIns="45720" rtlCol="0" anchor="t">
            <a:noAutofit/>
          </a:bodyPr>
          <a:lstStyle/>
          <a:p>
            <a:pPr marL="0" indent="0">
              <a:lnSpc>
                <a:spcPct val="100000"/>
              </a:lnSpc>
              <a:buNone/>
            </a:pPr>
            <a:r>
              <a:rPr lang="en-US" sz="1700"/>
              <a:t>Story Plausibility</a:t>
            </a:r>
          </a:p>
          <a:p>
            <a:r>
              <a:rPr lang="en-US" sz="1700"/>
              <a:t>Documented Wi-Fi drops had occurred and, our inclusion of those details in our pretext was plausible to people. The surveyors weaponized a real, ongoing convenience</a:t>
            </a:r>
          </a:p>
          <a:p>
            <a:pPr marL="0" indent="0">
              <a:buNone/>
            </a:pPr>
            <a:r>
              <a:rPr lang="en-US" sz="1700"/>
              <a:t>Appearance</a:t>
            </a:r>
          </a:p>
          <a:p>
            <a:r>
              <a:rPr lang="en-US" sz="1700"/>
              <a:t>The appearance of construction workers didn’t initially raise suspicion, as they did not match the expected look of a social engineer.</a:t>
            </a:r>
          </a:p>
          <a:p>
            <a:pPr marL="0" indent="0">
              <a:lnSpc>
                <a:spcPct val="100000"/>
              </a:lnSpc>
              <a:buNone/>
            </a:pPr>
            <a:r>
              <a:rPr lang="en-US" sz="1700"/>
              <a:t>Prop Justification</a:t>
            </a:r>
          </a:p>
          <a:p>
            <a:r>
              <a:rPr lang="en-US" sz="1700"/>
              <a:t>Although the antenna was used for a different purpose, the sight of it related to the story that we provided to people, convincing them that we were actual construction workers.</a:t>
            </a:r>
          </a:p>
          <a:p>
            <a:pPr marL="0" indent="0">
              <a:buNone/>
            </a:pPr>
            <a:endParaRPr lang="en-US" sz="1700"/>
          </a:p>
        </p:txBody>
      </p:sp>
      <p:sp>
        <p:nvSpPr>
          <p:cNvPr id="10" name="Text Placeholder 9">
            <a:extLst>
              <a:ext uri="{FF2B5EF4-FFF2-40B4-BE49-F238E27FC236}">
                <a16:creationId xmlns:a16="http://schemas.microsoft.com/office/drawing/2014/main" id="{ECBAA566-71D2-497B-C40A-263D225FCCEC}"/>
              </a:ext>
            </a:extLst>
          </p:cNvPr>
          <p:cNvSpPr>
            <a:spLocks noGrp="1"/>
          </p:cNvSpPr>
          <p:nvPr>
            <p:ph type="body" idx="1"/>
          </p:nvPr>
        </p:nvSpPr>
        <p:spPr>
          <a:xfrm>
            <a:off x="605431" y="1104261"/>
            <a:ext cx="5157787" cy="709394"/>
          </a:xfrm>
        </p:spPr>
        <p:txBody>
          <a:bodyPr/>
          <a:lstStyle/>
          <a:p>
            <a:r>
              <a:rPr lang="en-US"/>
              <a:t>Why people believed us</a:t>
            </a:r>
          </a:p>
        </p:txBody>
      </p:sp>
    </p:spTree>
    <p:extLst>
      <p:ext uri="{BB962C8B-B14F-4D97-AF65-F5344CB8AC3E}">
        <p14:creationId xmlns:p14="http://schemas.microsoft.com/office/powerpoint/2010/main" val="23511562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E5D9D-7DF6-EA74-0038-04FF34912CAF}"/>
              </a:ext>
            </a:extLst>
          </p:cNvPr>
          <p:cNvSpPr>
            <a:spLocks noGrp="1"/>
          </p:cNvSpPr>
          <p:nvPr>
            <p:ph type="title"/>
          </p:nvPr>
        </p:nvSpPr>
        <p:spPr/>
        <p:txBody>
          <a:bodyPr/>
          <a:lstStyle/>
          <a:p>
            <a:r>
              <a:rPr lang="en-US"/>
              <a:t>Conclusion</a:t>
            </a:r>
          </a:p>
        </p:txBody>
      </p:sp>
      <p:sp>
        <p:nvSpPr>
          <p:cNvPr id="3" name="Content Placeholder 2">
            <a:extLst>
              <a:ext uri="{FF2B5EF4-FFF2-40B4-BE49-F238E27FC236}">
                <a16:creationId xmlns:a16="http://schemas.microsoft.com/office/drawing/2014/main" id="{8CCB19F7-5968-39DD-4255-A3CDBCD1B1AA}"/>
              </a:ext>
            </a:extLst>
          </p:cNvPr>
          <p:cNvSpPr>
            <a:spLocks noGrp="1"/>
          </p:cNvSpPr>
          <p:nvPr>
            <p:ph idx="1"/>
          </p:nvPr>
        </p:nvSpPr>
        <p:spPr/>
        <p:txBody>
          <a:bodyPr vert="horz" lIns="91440" tIns="45720" rIns="91440" bIns="45720" rtlCol="0" anchor="t">
            <a:noAutofit/>
          </a:bodyPr>
          <a:lstStyle/>
          <a:p>
            <a:pPr marL="0" indent="0">
              <a:buNone/>
            </a:pPr>
            <a:r>
              <a:rPr lang="en-US" sz="2200">
                <a:latin typeface="Calibri"/>
                <a:ea typeface="Calibri"/>
                <a:cs typeface="Calibri"/>
              </a:rPr>
              <a:t>Although we had a high suspicion rate, we would still largely consider our </a:t>
            </a:r>
            <a:r>
              <a:rPr lang="en-US" sz="2200" b="1">
                <a:latin typeface="Calibri"/>
                <a:ea typeface="Calibri"/>
                <a:cs typeface="Calibri"/>
              </a:rPr>
              <a:t>exercise a success </a:t>
            </a:r>
            <a:r>
              <a:rPr lang="en-US" sz="2200">
                <a:latin typeface="Calibri"/>
                <a:ea typeface="Calibri"/>
                <a:cs typeface="Calibri"/>
              </a:rPr>
              <a:t>for social engineering for several reasons:</a:t>
            </a:r>
          </a:p>
          <a:p>
            <a:pPr marL="285750" indent="-285750">
              <a:buFont typeface="Calibri" panose="020B0604020202020204" pitchFamily="34" charset="0"/>
              <a:buChar char="-"/>
            </a:pPr>
            <a:r>
              <a:rPr lang="en-US" sz="2200">
                <a:latin typeface="Calibri"/>
                <a:ea typeface="Calibri"/>
                <a:cs typeface="Calibri"/>
              </a:rPr>
              <a:t>Despite claims of suspicion, many did not conduct any action against us, having expected others to do so or not taking the threat as serious, acting as a bystander instead.</a:t>
            </a:r>
          </a:p>
          <a:p>
            <a:pPr marL="285750" indent="-285750">
              <a:buFont typeface="Calibri" panose="020B0604020202020204" pitchFamily="34" charset="0"/>
              <a:buChar char="-"/>
            </a:pPr>
            <a:r>
              <a:rPr lang="en-US" sz="2200">
                <a:latin typeface="Calibri"/>
                <a:ea typeface="Calibri"/>
                <a:cs typeface="Calibri"/>
              </a:rPr>
              <a:t>Others, understandingly, assumed it was organized by the competition staff, and did not take the threat as serious as they would have in another context.</a:t>
            </a:r>
          </a:p>
          <a:p>
            <a:pPr marL="285750" indent="-285750">
              <a:buFont typeface="Calibri" panose="020B0604020202020204" pitchFamily="34" charset="0"/>
              <a:buChar char="-"/>
            </a:pPr>
            <a:r>
              <a:rPr lang="en-US" sz="2200">
                <a:latin typeface="Calibri"/>
                <a:ea typeface="Calibri"/>
                <a:cs typeface="Calibri"/>
              </a:rPr>
              <a:t>Students gave mismatching info during their debrief, hinting that they may have potentially been lying about their suspicion, compared to how much information they, or their team provided.</a:t>
            </a:r>
          </a:p>
        </p:txBody>
      </p:sp>
    </p:spTree>
    <p:extLst>
      <p:ext uri="{BB962C8B-B14F-4D97-AF65-F5344CB8AC3E}">
        <p14:creationId xmlns:p14="http://schemas.microsoft.com/office/powerpoint/2010/main" val="6552728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44115-FA22-6F9E-5B6B-67F30D681ABC}"/>
              </a:ext>
            </a:extLst>
          </p:cNvPr>
          <p:cNvSpPr>
            <a:spLocks noGrp="1"/>
          </p:cNvSpPr>
          <p:nvPr>
            <p:ph type="title"/>
          </p:nvPr>
        </p:nvSpPr>
        <p:spPr/>
        <p:txBody>
          <a:bodyPr/>
          <a:lstStyle/>
          <a:p>
            <a:r>
              <a:rPr lang="en-US"/>
              <a:t>Evidence</a:t>
            </a:r>
          </a:p>
        </p:txBody>
      </p:sp>
      <p:sp>
        <p:nvSpPr>
          <p:cNvPr id="3" name="Content Placeholder 2">
            <a:extLst>
              <a:ext uri="{FF2B5EF4-FFF2-40B4-BE49-F238E27FC236}">
                <a16:creationId xmlns:a16="http://schemas.microsoft.com/office/drawing/2014/main" id="{3FEDC145-4C5F-6741-8AC0-1DF79F427F12}"/>
              </a:ext>
            </a:extLst>
          </p:cNvPr>
          <p:cNvSpPr>
            <a:spLocks noGrp="1"/>
          </p:cNvSpPr>
          <p:nvPr>
            <p:ph idx="1"/>
          </p:nvPr>
        </p:nvSpPr>
        <p:spPr>
          <a:xfrm>
            <a:off x="602986" y="3798656"/>
            <a:ext cx="4092657" cy="2136387"/>
          </a:xfrm>
        </p:spPr>
        <p:txBody>
          <a:bodyPr vert="horz" lIns="91440" tIns="45720" rIns="91440" bIns="45720" rtlCol="0">
            <a:normAutofit/>
          </a:bodyPr>
          <a:lstStyle/>
          <a:p>
            <a:r>
              <a:rPr lang="en-US" sz="1800">
                <a:latin typeface="Calibri" panose="020F0502020204030204" pitchFamily="34" charset="0"/>
                <a:ea typeface="Calibri" panose="020F0502020204030204" pitchFamily="34" charset="0"/>
                <a:cs typeface="Calibri" panose="020F0502020204030204" pitchFamily="34" charset="0"/>
              </a:rPr>
              <a:t>Above is a portion of the network traffic obtained,  which includes broadcasts from the local access points and devices. All actual student PII that was captured has been removed for the scope of this competition.</a:t>
            </a:r>
          </a:p>
        </p:txBody>
      </p:sp>
      <p:pic>
        <p:nvPicPr>
          <p:cNvPr id="5" name="Picture 4" descr="A screenshot of a computer&#10;&#10;AI-generated content may be incorrect.">
            <a:extLst>
              <a:ext uri="{FF2B5EF4-FFF2-40B4-BE49-F238E27FC236}">
                <a16:creationId xmlns:a16="http://schemas.microsoft.com/office/drawing/2014/main" id="{9EDDE049-323E-C610-92F6-42DB4F22C4F0}"/>
              </a:ext>
            </a:extLst>
          </p:cNvPr>
          <p:cNvPicPr>
            <a:picLocks noChangeAspect="1"/>
          </p:cNvPicPr>
          <p:nvPr/>
        </p:nvPicPr>
        <p:blipFill>
          <a:blip r:embed="rId12"/>
          <a:stretch>
            <a:fillRect/>
          </a:stretch>
        </p:blipFill>
        <p:spPr>
          <a:xfrm>
            <a:off x="379095" y="1843723"/>
            <a:ext cx="5413812" cy="1880659"/>
          </a:xfrm>
          <a:prstGeom prst="rect">
            <a:avLst/>
          </a:prstGeom>
        </p:spPr>
      </p:pic>
      <p:cxnSp>
        <p:nvCxnSpPr>
          <p:cNvPr id="6" name="Straight Arrow Connector 5">
            <a:extLst>
              <a:ext uri="{FF2B5EF4-FFF2-40B4-BE49-F238E27FC236}">
                <a16:creationId xmlns:a16="http://schemas.microsoft.com/office/drawing/2014/main" id="{F788AB35-5777-CDFE-833E-DA2E77851DFB}"/>
              </a:ext>
            </a:extLst>
          </p:cNvPr>
          <p:cNvCxnSpPr/>
          <p:nvPr/>
        </p:nvCxnSpPr>
        <p:spPr>
          <a:xfrm>
            <a:off x="6016111" y="989238"/>
            <a:ext cx="12867" cy="5010161"/>
          </a:xfrm>
          <a:prstGeom prst="straightConnector1">
            <a:avLst/>
          </a:prstGeom>
        </p:spPr>
        <p:style>
          <a:lnRef idx="2">
            <a:schemeClr val="accent1"/>
          </a:lnRef>
          <a:fillRef idx="0">
            <a:schemeClr val="accent1"/>
          </a:fillRef>
          <a:effectRef idx="1">
            <a:schemeClr val="accent1"/>
          </a:effectRef>
          <a:fontRef idx="minor">
            <a:schemeClr val="tx1"/>
          </a:fontRef>
        </p:style>
      </p:cxnSp>
      <p:pic>
        <p:nvPicPr>
          <p:cNvPr id="12" name="5 devices BAD">
            <a:hlinkClick r:id="" action="ppaction://media"/>
            <a:extLst>
              <a:ext uri="{FF2B5EF4-FFF2-40B4-BE49-F238E27FC236}">
                <a16:creationId xmlns:a16="http://schemas.microsoft.com/office/drawing/2014/main" id="{4EC74D05-67A3-D7FC-A013-F68A546A9C8D}"/>
              </a:ext>
            </a:extLst>
          </p:cNvPr>
          <p:cNvPicPr>
            <a:picLocks noChangeAspect="1"/>
          </p:cNvPicPr>
          <p:nvPr>
            <a:videoFile r:link="rId2"/>
            <p:extLst>
              <p:ext uri="{DAA4B4D4-6D71-4841-9C94-3DE7FCFB9230}">
                <p14:media xmlns:p14="http://schemas.microsoft.com/office/powerpoint/2010/main" r:embed="rId1"/>
              </p:ext>
            </p:extLst>
          </p:nvPr>
        </p:nvPicPr>
        <p:blipFill>
          <a:blip r:embed="rId13"/>
          <a:stretch>
            <a:fillRect/>
          </a:stretch>
        </p:blipFill>
        <p:spPr>
          <a:xfrm>
            <a:off x="7020796" y="1217488"/>
            <a:ext cx="736424" cy="1325563"/>
          </a:xfrm>
          <a:prstGeom prst="rect">
            <a:avLst/>
          </a:prstGeom>
        </p:spPr>
      </p:pic>
      <p:pic>
        <p:nvPicPr>
          <p:cNvPr id="13" name="Evil Man GOOD kinda">
            <a:hlinkClick r:id="" action="ppaction://media"/>
            <a:extLst>
              <a:ext uri="{FF2B5EF4-FFF2-40B4-BE49-F238E27FC236}">
                <a16:creationId xmlns:a16="http://schemas.microsoft.com/office/drawing/2014/main" id="{B73EBE3A-AF61-2F26-1BE3-DD361A8EDD53}"/>
              </a:ext>
            </a:extLst>
          </p:cNvPr>
          <p:cNvPicPr>
            <a:picLocks noChangeAspect="1"/>
          </p:cNvPicPr>
          <p:nvPr>
            <a:videoFile r:link="rId4"/>
            <p:extLst>
              <p:ext uri="{DAA4B4D4-6D71-4841-9C94-3DE7FCFB9230}">
                <p14:media xmlns:p14="http://schemas.microsoft.com/office/powerpoint/2010/main" r:embed="rId3"/>
              </p:ext>
            </p:extLst>
          </p:nvPr>
        </p:nvPicPr>
        <p:blipFill>
          <a:blip r:embed="rId14"/>
          <a:stretch>
            <a:fillRect/>
          </a:stretch>
        </p:blipFill>
        <p:spPr>
          <a:xfrm>
            <a:off x="9085292" y="1217488"/>
            <a:ext cx="736424" cy="1313289"/>
          </a:xfrm>
          <a:prstGeom prst="rect">
            <a:avLst/>
          </a:prstGeom>
        </p:spPr>
      </p:pic>
      <p:pic>
        <p:nvPicPr>
          <p:cNvPr id="14" name="ID &amp; Wifi Off GOOD">
            <a:hlinkClick r:id="" action="ppaction://media"/>
            <a:extLst>
              <a:ext uri="{FF2B5EF4-FFF2-40B4-BE49-F238E27FC236}">
                <a16:creationId xmlns:a16="http://schemas.microsoft.com/office/drawing/2014/main" id="{F1B0ABD9-DA52-1588-7E5C-07F2A328A811}"/>
              </a:ext>
            </a:extLst>
          </p:cNvPr>
          <p:cNvPicPr>
            <a:picLocks noChangeAspect="1"/>
          </p:cNvPicPr>
          <p:nvPr>
            <a:videoFile r:link="rId6"/>
            <p:extLst>
              <p:ext uri="{DAA4B4D4-6D71-4841-9C94-3DE7FCFB9230}">
                <p14:media xmlns:p14="http://schemas.microsoft.com/office/powerpoint/2010/main" r:embed="rId5"/>
              </p:ext>
            </p:extLst>
          </p:nvPr>
        </p:nvPicPr>
        <p:blipFill>
          <a:blip r:embed="rId15"/>
          <a:stretch>
            <a:fillRect/>
          </a:stretch>
        </p:blipFill>
        <p:spPr>
          <a:xfrm>
            <a:off x="10862365" y="1233893"/>
            <a:ext cx="782210" cy="1296883"/>
          </a:xfrm>
          <a:prstGeom prst="rect">
            <a:avLst/>
          </a:prstGeom>
        </p:spPr>
      </p:pic>
      <p:pic>
        <p:nvPicPr>
          <p:cNvPr id="16" name="No Suspicion MID">
            <a:hlinkClick r:id="" action="ppaction://media"/>
            <a:extLst>
              <a:ext uri="{FF2B5EF4-FFF2-40B4-BE49-F238E27FC236}">
                <a16:creationId xmlns:a16="http://schemas.microsoft.com/office/drawing/2014/main" id="{A0A0187B-D441-5E97-3D1E-5AD0242DFA8F}"/>
              </a:ext>
            </a:extLst>
          </p:cNvPr>
          <p:cNvPicPr>
            <a:picLocks noChangeAspect="1"/>
          </p:cNvPicPr>
          <p:nvPr>
            <a:videoFile r:link="rId8"/>
            <p:extLst>
              <p:ext uri="{DAA4B4D4-6D71-4841-9C94-3DE7FCFB9230}">
                <p14:media xmlns:p14="http://schemas.microsoft.com/office/powerpoint/2010/main" r:embed="rId7"/>
              </p:ext>
            </p:extLst>
          </p:nvPr>
        </p:nvPicPr>
        <p:blipFill>
          <a:blip r:embed="rId16"/>
          <a:stretch>
            <a:fillRect/>
          </a:stretch>
        </p:blipFill>
        <p:spPr>
          <a:xfrm>
            <a:off x="7990686" y="2512092"/>
            <a:ext cx="768081" cy="1228930"/>
          </a:xfrm>
          <a:prstGeom prst="rect">
            <a:avLst/>
          </a:prstGeom>
        </p:spPr>
      </p:pic>
      <p:pic>
        <p:nvPicPr>
          <p:cNvPr id="17" name="Scam Project BAD">
            <a:hlinkClick r:id="" action="ppaction://media"/>
            <a:extLst>
              <a:ext uri="{FF2B5EF4-FFF2-40B4-BE49-F238E27FC236}">
                <a16:creationId xmlns:a16="http://schemas.microsoft.com/office/drawing/2014/main" id="{E022CF10-69DC-BC9F-78F4-1854990ECE22}"/>
              </a:ext>
            </a:extLst>
          </p:cNvPr>
          <p:cNvPicPr>
            <a:picLocks noChangeAspect="1"/>
          </p:cNvPicPr>
          <p:nvPr>
            <a:videoFile r:link="rId10"/>
            <p:extLst>
              <p:ext uri="{DAA4B4D4-6D71-4841-9C94-3DE7FCFB9230}">
                <p14:media xmlns:p14="http://schemas.microsoft.com/office/powerpoint/2010/main" r:embed="rId9"/>
              </p:ext>
            </p:extLst>
          </p:nvPr>
        </p:nvPicPr>
        <p:blipFill>
          <a:blip r:embed="rId17"/>
          <a:stretch>
            <a:fillRect/>
          </a:stretch>
        </p:blipFill>
        <p:spPr>
          <a:xfrm>
            <a:off x="9973435" y="2519389"/>
            <a:ext cx="737210" cy="1214335"/>
          </a:xfrm>
          <a:prstGeom prst="rect">
            <a:avLst/>
          </a:prstGeom>
        </p:spPr>
      </p:pic>
      <p:sp>
        <p:nvSpPr>
          <p:cNvPr id="18" name="TextBox 17">
            <a:extLst>
              <a:ext uri="{FF2B5EF4-FFF2-40B4-BE49-F238E27FC236}">
                <a16:creationId xmlns:a16="http://schemas.microsoft.com/office/drawing/2014/main" id="{10463D2D-D5A1-BCD9-9796-4C70991121A1}"/>
              </a:ext>
            </a:extLst>
          </p:cNvPr>
          <p:cNvSpPr txBox="1"/>
          <p:nvPr/>
        </p:nvSpPr>
        <p:spPr>
          <a:xfrm>
            <a:off x="6616926" y="4116575"/>
            <a:ext cx="4936732" cy="2031325"/>
          </a:xfrm>
          <a:prstGeom prst="rect">
            <a:avLst/>
          </a:prstGeom>
          <a:noFill/>
        </p:spPr>
        <p:txBody>
          <a:bodyPr wrap="square" rtlCol="0">
            <a:spAutoFit/>
          </a:bodyPr>
          <a:lstStyle/>
          <a:p>
            <a:pPr marL="285750" indent="-285750">
              <a:buFont typeface="Arial" panose="020B0604020202020204" pitchFamily="34" charset="0"/>
              <a:buChar char="•"/>
            </a:pPr>
            <a:r>
              <a:rPr lang="en-US">
                <a:solidFill>
                  <a:schemeClr val="tx2"/>
                </a:solidFill>
                <a:latin typeface="Calibri" panose="020F0502020204030204" pitchFamily="34" charset="0"/>
                <a:ea typeface="Calibri" panose="020F0502020204030204" pitchFamily="34" charset="0"/>
                <a:cs typeface="Calibri" panose="020F0502020204030204" pitchFamily="34" charset="0"/>
              </a:rPr>
              <a:t>The following videos include the results from both the recorded answer section and the feedback section. The checkmark represent the answers that we were looking for and the x mark means that the answer they provided was dangerous for their security and was a risk. The question mark is a mixture of both.</a:t>
            </a:r>
          </a:p>
        </p:txBody>
      </p:sp>
      <p:sp>
        <p:nvSpPr>
          <p:cNvPr id="19" name="TextBox 18">
            <a:extLst>
              <a:ext uri="{FF2B5EF4-FFF2-40B4-BE49-F238E27FC236}">
                <a16:creationId xmlns:a16="http://schemas.microsoft.com/office/drawing/2014/main" id="{82717441-D0E9-37CE-66DD-BE4CC853651D}"/>
              </a:ext>
            </a:extLst>
          </p:cNvPr>
          <p:cNvSpPr txBox="1"/>
          <p:nvPr/>
        </p:nvSpPr>
        <p:spPr>
          <a:xfrm>
            <a:off x="6907831" y="2543051"/>
            <a:ext cx="962354" cy="461665"/>
          </a:xfrm>
          <a:prstGeom prst="rect">
            <a:avLst/>
          </a:prstGeom>
          <a:noFill/>
        </p:spPr>
        <p:txBody>
          <a:bodyPr wrap="square" rtlCol="0">
            <a:spAutoFit/>
          </a:bodyPr>
          <a:lstStyle/>
          <a:p>
            <a:r>
              <a:rPr lang="en-US" sz="800"/>
              <a:t>Provided information about what devices they were using</a:t>
            </a:r>
          </a:p>
        </p:txBody>
      </p:sp>
      <p:sp>
        <p:nvSpPr>
          <p:cNvPr id="23" name="TextBox 22">
            <a:extLst>
              <a:ext uri="{FF2B5EF4-FFF2-40B4-BE49-F238E27FC236}">
                <a16:creationId xmlns:a16="http://schemas.microsoft.com/office/drawing/2014/main" id="{3D59F1B1-3B6B-FB25-6A4B-6F1E6BA2C0F0}"/>
              </a:ext>
            </a:extLst>
          </p:cNvPr>
          <p:cNvSpPr txBox="1"/>
          <p:nvPr/>
        </p:nvSpPr>
        <p:spPr>
          <a:xfrm>
            <a:off x="10797344" y="2553969"/>
            <a:ext cx="962354" cy="338554"/>
          </a:xfrm>
          <a:prstGeom prst="rect">
            <a:avLst/>
          </a:prstGeom>
          <a:noFill/>
        </p:spPr>
        <p:txBody>
          <a:bodyPr wrap="square" rtlCol="0">
            <a:spAutoFit/>
          </a:bodyPr>
          <a:lstStyle/>
          <a:p>
            <a:r>
              <a:rPr lang="en-US" sz="800"/>
              <a:t>Turned on Airplane mode</a:t>
            </a:r>
          </a:p>
        </p:txBody>
      </p:sp>
      <p:sp>
        <p:nvSpPr>
          <p:cNvPr id="25" name="TextBox 24">
            <a:extLst>
              <a:ext uri="{FF2B5EF4-FFF2-40B4-BE49-F238E27FC236}">
                <a16:creationId xmlns:a16="http://schemas.microsoft.com/office/drawing/2014/main" id="{139F53ED-8EEB-64C5-DF58-6717C658957A}"/>
              </a:ext>
            </a:extLst>
          </p:cNvPr>
          <p:cNvSpPr txBox="1"/>
          <p:nvPr/>
        </p:nvSpPr>
        <p:spPr>
          <a:xfrm>
            <a:off x="9860863" y="3747214"/>
            <a:ext cx="962354" cy="338554"/>
          </a:xfrm>
          <a:prstGeom prst="rect">
            <a:avLst/>
          </a:prstGeom>
          <a:noFill/>
        </p:spPr>
        <p:txBody>
          <a:bodyPr wrap="square" rtlCol="0">
            <a:spAutoFit/>
          </a:bodyPr>
          <a:lstStyle/>
          <a:p>
            <a:r>
              <a:rPr lang="en-US" sz="800"/>
              <a:t>Provided Details about their project</a:t>
            </a:r>
          </a:p>
        </p:txBody>
      </p:sp>
      <p:sp>
        <p:nvSpPr>
          <p:cNvPr id="27" name="TextBox 26">
            <a:extLst>
              <a:ext uri="{FF2B5EF4-FFF2-40B4-BE49-F238E27FC236}">
                <a16:creationId xmlns:a16="http://schemas.microsoft.com/office/drawing/2014/main" id="{7AB4D79B-9314-E0CC-527C-63FDB7DC3C11}"/>
              </a:ext>
            </a:extLst>
          </p:cNvPr>
          <p:cNvSpPr txBox="1"/>
          <p:nvPr/>
        </p:nvSpPr>
        <p:spPr>
          <a:xfrm>
            <a:off x="8964791" y="2530777"/>
            <a:ext cx="834625" cy="707886"/>
          </a:xfrm>
          <a:prstGeom prst="rect">
            <a:avLst/>
          </a:prstGeom>
          <a:noFill/>
        </p:spPr>
        <p:txBody>
          <a:bodyPr wrap="square" rtlCol="0">
            <a:spAutoFit/>
          </a:bodyPr>
          <a:lstStyle/>
          <a:p>
            <a:r>
              <a:rPr lang="en-US" sz="800"/>
              <a:t>Was suspicious and didn’t give information but never informed anyone</a:t>
            </a:r>
          </a:p>
        </p:txBody>
      </p:sp>
      <p:sp>
        <p:nvSpPr>
          <p:cNvPr id="29" name="TextBox 28">
            <a:extLst>
              <a:ext uri="{FF2B5EF4-FFF2-40B4-BE49-F238E27FC236}">
                <a16:creationId xmlns:a16="http://schemas.microsoft.com/office/drawing/2014/main" id="{72B627DF-FCAD-3516-B0AF-CF4A2522FD51}"/>
              </a:ext>
            </a:extLst>
          </p:cNvPr>
          <p:cNvSpPr txBox="1"/>
          <p:nvPr/>
        </p:nvSpPr>
        <p:spPr>
          <a:xfrm>
            <a:off x="7893549" y="3747214"/>
            <a:ext cx="962354" cy="338554"/>
          </a:xfrm>
          <a:prstGeom prst="rect">
            <a:avLst/>
          </a:prstGeom>
          <a:noFill/>
        </p:spPr>
        <p:txBody>
          <a:bodyPr wrap="square" rtlCol="0">
            <a:spAutoFit/>
          </a:bodyPr>
          <a:lstStyle/>
          <a:p>
            <a:r>
              <a:rPr lang="en-US" sz="800"/>
              <a:t>Did not suspect social engineering</a:t>
            </a:r>
          </a:p>
        </p:txBody>
      </p:sp>
    </p:spTree>
    <p:extLst>
      <p:ext uri="{BB962C8B-B14F-4D97-AF65-F5344CB8AC3E}">
        <p14:creationId xmlns:p14="http://schemas.microsoft.com/office/powerpoint/2010/main" val="3856610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8855" fill="hold"/>
                                        <p:tgtEl>
                                          <p:spTgt spid="12"/>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7810" fill="hold"/>
                                        <p:tgtEl>
                                          <p:spTgt spid="13"/>
                                        </p:tgtEl>
                                      </p:cBhvr>
                                    </p:cmd>
                                  </p:childTnLst>
                                </p:cTn>
                              </p:par>
                            </p:childTnLst>
                          </p:cTn>
                        </p:par>
                      </p:childTnLst>
                    </p:cTn>
                  </p:par>
                  <p:par>
                    <p:cTn id="11" fill="hold">
                      <p:stCondLst>
                        <p:cond delay="indefinite"/>
                      </p:stCondLst>
                      <p:childTnLst>
                        <p:par>
                          <p:cTn id="12" fill="hold">
                            <p:stCondLst>
                              <p:cond delay="0"/>
                            </p:stCondLst>
                            <p:childTnLst>
                              <p:par>
                                <p:cTn id="13" presetID="1" presetClass="mediacall" presetSubtype="0" fill="hold" nodeType="clickEffect">
                                  <p:stCondLst>
                                    <p:cond delay="0"/>
                                  </p:stCondLst>
                                  <p:childTnLst>
                                    <p:cmd type="call" cmd="playFrom(0.0)">
                                      <p:cBhvr>
                                        <p:cTn id="14" dur="12841" fill="hold"/>
                                        <p:tgtEl>
                                          <p:spTgt spid="14"/>
                                        </p:tgtEl>
                                      </p:cBhvr>
                                    </p:cmd>
                                  </p:childTnLst>
                                </p:cTn>
                              </p:par>
                            </p:childTnLst>
                          </p:cTn>
                        </p:par>
                      </p:childTnLst>
                    </p:cTn>
                  </p:par>
                  <p:par>
                    <p:cTn id="15" fill="hold">
                      <p:stCondLst>
                        <p:cond delay="indefinite"/>
                      </p:stCondLst>
                      <p:childTnLst>
                        <p:par>
                          <p:cTn id="16" fill="hold">
                            <p:stCondLst>
                              <p:cond delay="0"/>
                            </p:stCondLst>
                            <p:childTnLst>
                              <p:par>
                                <p:cTn id="17" presetID="1" presetClass="mediacall" presetSubtype="0" fill="hold" nodeType="clickEffect">
                                  <p:stCondLst>
                                    <p:cond delay="0"/>
                                  </p:stCondLst>
                                  <p:childTnLst>
                                    <p:cmd type="call" cmd="playFrom(0.0)">
                                      <p:cBhvr>
                                        <p:cTn id="18" dur="12934" fill="hold"/>
                                        <p:tgtEl>
                                          <p:spTgt spid="16"/>
                                        </p:tgtEl>
                                      </p:cBhvr>
                                    </p:cmd>
                                  </p:childTnLst>
                                </p:cTn>
                              </p:par>
                            </p:childTnLst>
                          </p:cTn>
                        </p:par>
                      </p:childTnLst>
                    </p:cTn>
                  </p:par>
                  <p:par>
                    <p:cTn id="19" fill="hold">
                      <p:stCondLst>
                        <p:cond delay="indefinite"/>
                      </p:stCondLst>
                      <p:childTnLst>
                        <p:par>
                          <p:cTn id="20" fill="hold">
                            <p:stCondLst>
                              <p:cond delay="0"/>
                            </p:stCondLst>
                            <p:childTnLst>
                              <p:par>
                                <p:cTn id="21" presetID="1" presetClass="mediacall" presetSubtype="0" fill="hold" nodeType="clickEffect">
                                  <p:stCondLst>
                                    <p:cond delay="0"/>
                                  </p:stCondLst>
                                  <p:childTnLst>
                                    <p:cmd type="call" cmd="playFrom(0.0)">
                                      <p:cBhvr>
                                        <p:cTn id="22" dur="15279"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23" fill="hold" display="0">
                  <p:stCondLst>
                    <p:cond delay="indefinite"/>
                  </p:stCondLst>
                </p:cTn>
                <p:tgtEl>
                  <p:spTgt spid="12"/>
                </p:tgtEl>
              </p:cMediaNode>
            </p:video>
            <p:seq concurrent="1" nextAc="seek">
              <p:cTn id="24" restart="whenNotActive" fill="hold" evtFilter="cancelBubble" nodeType="interactiveSeq">
                <p:stCondLst>
                  <p:cond evt="onClick" delay="0">
                    <p:tgtEl>
                      <p:spTgt spid="12"/>
                    </p:tgtEl>
                  </p:cond>
                </p:stCondLst>
                <p:endSync evt="end" delay="0">
                  <p:rtn val="all"/>
                </p:endSync>
                <p:childTnLst>
                  <p:par>
                    <p:cTn id="25" fill="hold">
                      <p:stCondLst>
                        <p:cond delay="0"/>
                      </p:stCondLst>
                      <p:childTnLst>
                        <p:par>
                          <p:cTn id="26" fill="hold">
                            <p:stCondLst>
                              <p:cond delay="0"/>
                            </p:stCondLst>
                            <p:childTnLst>
                              <p:par>
                                <p:cTn id="27" presetID="2" presetClass="mediacall" presetSubtype="0" fill="hold" nodeType="clickEffect">
                                  <p:stCondLst>
                                    <p:cond delay="0"/>
                                  </p:stCondLst>
                                  <p:childTnLst>
                                    <p:cmd type="call" cmd="togglePause">
                                      <p:cBhvr>
                                        <p:cTn id="28" dur="1" fill="hold"/>
                                        <p:tgtEl>
                                          <p:spTgt spid="12"/>
                                        </p:tgtEl>
                                      </p:cBhvr>
                                    </p:cmd>
                                  </p:childTnLst>
                                </p:cTn>
                              </p:par>
                            </p:childTnLst>
                          </p:cTn>
                        </p:par>
                      </p:childTnLst>
                    </p:cTn>
                  </p:par>
                </p:childTnLst>
              </p:cTn>
              <p:nextCondLst>
                <p:cond evt="onClick" delay="0">
                  <p:tgtEl>
                    <p:spTgt spid="12"/>
                  </p:tgtEl>
                </p:cond>
              </p:nextCondLst>
            </p:seq>
            <p:video>
              <p:cMediaNode vol="80000">
                <p:cTn id="29" fill="hold" display="0">
                  <p:stCondLst>
                    <p:cond delay="indefinite"/>
                  </p:stCondLst>
                </p:cTn>
                <p:tgtEl>
                  <p:spTgt spid="13"/>
                </p:tgtEl>
              </p:cMediaNode>
            </p:video>
            <p:seq concurrent="1" nextAc="seek">
              <p:cTn id="30" restart="whenNotActive" fill="hold" evtFilter="cancelBubble" nodeType="interactiveSeq">
                <p:stCondLst>
                  <p:cond evt="onClick" delay="0">
                    <p:tgtEl>
                      <p:spTgt spid="13"/>
                    </p:tgtEl>
                  </p:cond>
                </p:stCondLst>
                <p:endSync evt="end" delay="0">
                  <p:rtn val="all"/>
                </p:endSync>
                <p:childTnLst>
                  <p:par>
                    <p:cTn id="31" fill="hold">
                      <p:stCondLst>
                        <p:cond delay="0"/>
                      </p:stCondLst>
                      <p:childTnLst>
                        <p:par>
                          <p:cTn id="32" fill="hold">
                            <p:stCondLst>
                              <p:cond delay="0"/>
                            </p:stCondLst>
                            <p:childTnLst>
                              <p:par>
                                <p:cTn id="33" presetID="2" presetClass="mediacall" presetSubtype="0" fill="hold" nodeType="clickEffect">
                                  <p:stCondLst>
                                    <p:cond delay="0"/>
                                  </p:stCondLst>
                                  <p:childTnLst>
                                    <p:cmd type="call" cmd="togglePause">
                                      <p:cBhvr>
                                        <p:cTn id="34" dur="1" fill="hold"/>
                                        <p:tgtEl>
                                          <p:spTgt spid="13"/>
                                        </p:tgtEl>
                                      </p:cBhvr>
                                    </p:cmd>
                                  </p:childTnLst>
                                </p:cTn>
                              </p:par>
                            </p:childTnLst>
                          </p:cTn>
                        </p:par>
                      </p:childTnLst>
                    </p:cTn>
                  </p:par>
                </p:childTnLst>
              </p:cTn>
              <p:nextCondLst>
                <p:cond evt="onClick" delay="0">
                  <p:tgtEl>
                    <p:spTgt spid="13"/>
                  </p:tgtEl>
                </p:cond>
              </p:nextCondLst>
            </p:seq>
            <p:video>
              <p:cMediaNode vol="80000">
                <p:cTn id="35" fill="hold" display="0">
                  <p:stCondLst>
                    <p:cond delay="indefinite"/>
                  </p:stCondLst>
                </p:cTn>
                <p:tgtEl>
                  <p:spTgt spid="14"/>
                </p:tgtEl>
              </p:cMediaNode>
            </p:video>
            <p:seq concurrent="1" nextAc="seek">
              <p:cTn id="36" restart="whenNotActive" fill="hold" evtFilter="cancelBubble" nodeType="interactiveSeq">
                <p:stCondLst>
                  <p:cond evt="onClick" delay="0">
                    <p:tgtEl>
                      <p:spTgt spid="14"/>
                    </p:tgtEl>
                  </p:cond>
                </p:stCondLst>
                <p:endSync evt="end" delay="0">
                  <p:rtn val="all"/>
                </p:endSync>
                <p:childTnLst>
                  <p:par>
                    <p:cTn id="37" fill="hold">
                      <p:stCondLst>
                        <p:cond delay="0"/>
                      </p:stCondLst>
                      <p:childTnLst>
                        <p:par>
                          <p:cTn id="38" fill="hold">
                            <p:stCondLst>
                              <p:cond delay="0"/>
                            </p:stCondLst>
                            <p:childTnLst>
                              <p:par>
                                <p:cTn id="39" presetID="2" presetClass="mediacall" presetSubtype="0" fill="hold" nodeType="clickEffect">
                                  <p:stCondLst>
                                    <p:cond delay="0"/>
                                  </p:stCondLst>
                                  <p:childTnLst>
                                    <p:cmd type="call" cmd="togglePause">
                                      <p:cBhvr>
                                        <p:cTn id="40" dur="1" fill="hold"/>
                                        <p:tgtEl>
                                          <p:spTgt spid="14"/>
                                        </p:tgtEl>
                                      </p:cBhvr>
                                    </p:cmd>
                                  </p:childTnLst>
                                </p:cTn>
                              </p:par>
                            </p:childTnLst>
                          </p:cTn>
                        </p:par>
                      </p:childTnLst>
                    </p:cTn>
                  </p:par>
                </p:childTnLst>
              </p:cTn>
              <p:nextCondLst>
                <p:cond evt="onClick" delay="0">
                  <p:tgtEl>
                    <p:spTgt spid="14"/>
                  </p:tgtEl>
                </p:cond>
              </p:nextCondLst>
            </p:seq>
            <p:video>
              <p:cMediaNode vol="80000">
                <p:cTn id="41" fill="hold" display="0">
                  <p:stCondLst>
                    <p:cond delay="indefinite"/>
                  </p:stCondLst>
                </p:cTn>
                <p:tgtEl>
                  <p:spTgt spid="16"/>
                </p:tgtEl>
              </p:cMediaNode>
            </p:video>
            <p:seq concurrent="1" nextAc="seek">
              <p:cTn id="42" restart="whenNotActive" fill="hold" evtFilter="cancelBubble" nodeType="interactiveSeq">
                <p:stCondLst>
                  <p:cond evt="onClick" delay="0">
                    <p:tgtEl>
                      <p:spTgt spid="16"/>
                    </p:tgtEl>
                  </p:cond>
                </p:stCondLst>
                <p:endSync evt="end" delay="0">
                  <p:rtn val="all"/>
                </p:endSync>
                <p:childTnLst>
                  <p:par>
                    <p:cTn id="43" fill="hold">
                      <p:stCondLst>
                        <p:cond delay="0"/>
                      </p:stCondLst>
                      <p:childTnLst>
                        <p:par>
                          <p:cTn id="44" fill="hold">
                            <p:stCondLst>
                              <p:cond delay="0"/>
                            </p:stCondLst>
                            <p:childTnLst>
                              <p:par>
                                <p:cTn id="45" presetID="2" presetClass="mediacall" presetSubtype="0" fill="hold" nodeType="clickEffect">
                                  <p:stCondLst>
                                    <p:cond delay="0"/>
                                  </p:stCondLst>
                                  <p:childTnLst>
                                    <p:cmd type="call" cmd="togglePause">
                                      <p:cBhvr>
                                        <p:cTn id="46" dur="1" fill="hold"/>
                                        <p:tgtEl>
                                          <p:spTgt spid="16"/>
                                        </p:tgtEl>
                                      </p:cBhvr>
                                    </p:cmd>
                                  </p:childTnLst>
                                </p:cTn>
                              </p:par>
                            </p:childTnLst>
                          </p:cTn>
                        </p:par>
                      </p:childTnLst>
                    </p:cTn>
                  </p:par>
                </p:childTnLst>
              </p:cTn>
              <p:nextCondLst>
                <p:cond evt="onClick" delay="0">
                  <p:tgtEl>
                    <p:spTgt spid="16"/>
                  </p:tgtEl>
                </p:cond>
              </p:nextCondLst>
            </p:seq>
            <p:video>
              <p:cMediaNode vol="80000">
                <p:cTn id="47" fill="hold" display="0">
                  <p:stCondLst>
                    <p:cond delay="indefinite"/>
                  </p:stCondLst>
                </p:cTn>
                <p:tgtEl>
                  <p:spTgt spid="17"/>
                </p:tgtEl>
              </p:cMediaNode>
            </p:video>
            <p:seq concurrent="1" nextAc="seek">
              <p:cTn id="48" restart="whenNotActive" fill="hold" evtFilter="cancelBubble" nodeType="interactiveSeq">
                <p:stCondLst>
                  <p:cond evt="onClick" delay="0">
                    <p:tgtEl>
                      <p:spTgt spid="17"/>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17"/>
                                        </p:tgtEl>
                                      </p:cBhvr>
                                    </p:cmd>
                                  </p:childTnLst>
                                </p:cTn>
                              </p:par>
                            </p:childTnLst>
                          </p:cTn>
                        </p:par>
                      </p:childTnLst>
                    </p:cTn>
                  </p:par>
                </p:childTnLst>
              </p:cTn>
              <p:nextCondLst>
                <p:cond evt="onClick" delay="0">
                  <p:tgtEl>
                    <p:spTgt spid="17"/>
                  </p:tgtEl>
                </p:cond>
              </p:nextCondLst>
            </p:seq>
          </p:childTnLst>
        </p:cTn>
      </p:par>
    </p:tnLst>
  </p:timing>
</p:sld>
</file>

<file path=ppt/theme/theme1.xml><?xml version="1.0" encoding="utf-8"?>
<a:theme xmlns:a="http://schemas.openxmlformats.org/drawingml/2006/main" name="Orange Experience">
  <a:themeElements>
    <a:clrScheme name="Orange Experience">
      <a:dk1>
        <a:srgbClr val="131313"/>
      </a:dk1>
      <a:lt1>
        <a:sysClr val="window" lastClr="FFFFFF"/>
      </a:lt1>
      <a:dk2>
        <a:srgbClr val="444742"/>
      </a:dk2>
      <a:lt2>
        <a:srgbClr val="EDECE9"/>
      </a:lt2>
      <a:accent1>
        <a:srgbClr val="ED6845"/>
      </a:accent1>
      <a:accent2>
        <a:srgbClr val="F48A56"/>
      </a:accent2>
      <a:accent3>
        <a:srgbClr val="9FA295"/>
      </a:accent3>
      <a:accent4>
        <a:srgbClr val="5B6E74"/>
      </a:accent4>
      <a:accent5>
        <a:srgbClr val="6E7868"/>
      </a:accent5>
      <a:accent6>
        <a:srgbClr val="A1AAAA"/>
      </a:accent6>
      <a:hlink>
        <a:srgbClr val="F05814"/>
      </a:hlink>
      <a:folHlink>
        <a:srgbClr val="E99401"/>
      </a:folHlink>
    </a:clrScheme>
    <a:fontScheme name="Custom 40">
      <a:majorFont>
        <a:latin typeface="Oswald SemiBold"/>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range experience" id="{9BAA8FFB-1EEF-49AC-B7FF-0F37799585E9}" vid="{6523F788-A6E6-47B0-B3C7-625411BE5A1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af60919e-eb24-441b-a2a5-ab9b3f589549"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ACBD68C66B45EC44B7B0A46A0F942672" ma:contentTypeVersion="5" ma:contentTypeDescription="Create a new document." ma:contentTypeScope="" ma:versionID="00822c4567301cacd41c0a605ce8a035">
  <xsd:schema xmlns:xsd="http://www.w3.org/2001/XMLSchema" xmlns:xs="http://www.w3.org/2001/XMLSchema" xmlns:p="http://schemas.microsoft.com/office/2006/metadata/properties" xmlns:ns3="af60919e-eb24-441b-a2a5-ab9b3f589549" targetNamespace="http://schemas.microsoft.com/office/2006/metadata/properties" ma:root="true" ma:fieldsID="66645be04c3bac63f2578384d0d39911" ns3:_="">
    <xsd:import namespace="af60919e-eb24-441b-a2a5-ab9b3f589549"/>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60919e-eb24-441b-a2a5-ab9b3f589549"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F4C2352-6354-4B5A-817E-526D333F5A49}">
  <ds:schemaRefs>
    <ds:schemaRef ds:uri="http://schemas.microsoft.com/sharepoint/v3/contenttype/forms"/>
  </ds:schemaRefs>
</ds:datastoreItem>
</file>

<file path=customXml/itemProps2.xml><?xml version="1.0" encoding="utf-8"?>
<ds:datastoreItem xmlns:ds="http://schemas.openxmlformats.org/officeDocument/2006/customXml" ds:itemID="{DD49EC70-430D-4411-85BA-D5DD4B8A254A}">
  <ds:schemaRefs>
    <ds:schemaRef ds:uri="af60919e-eb24-441b-a2a5-ab9b3f58954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06A0972E-D92F-4001-AEEC-496B2A739487}">
  <ds:schemaRefs>
    <ds:schemaRef ds:uri="af60919e-eb24-441b-a2a5-ab9b3f58954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Orange Experience</Template>
  <Application>Microsoft Office PowerPoint</Application>
  <PresentationFormat>Widescreen</PresentationFormat>
  <Slides>11</Slides>
  <Notes>1</Notes>
  <HiddenSlides>0</HiddenSlide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Orange Experience</vt:lpstr>
      <vt:lpstr>Operation: Social Engineering Heist</vt:lpstr>
      <vt:lpstr>Mission Objective</vt:lpstr>
      <vt:lpstr>Description</vt:lpstr>
      <vt:lpstr>Why it matters?</vt:lpstr>
      <vt:lpstr>The chosen ROles</vt:lpstr>
      <vt:lpstr>The Engineer</vt:lpstr>
      <vt:lpstr>Packet Sniffer</vt:lpstr>
      <vt:lpstr>Results</vt:lpstr>
      <vt:lpstr>Feedback</vt:lpstr>
      <vt:lpstr>Conclusion</vt:lpstr>
      <vt:lpstr>Evidence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Adam Novella (student)</dc:creator>
  <cp:revision>4</cp:revision>
  <dcterms:created xsi:type="dcterms:W3CDTF">2026-10-04T03:33:02Z</dcterms:created>
  <dcterms:modified xsi:type="dcterms:W3CDTF">2026-10-04T16:46:27Z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0x010100ACBD68C66B45EC44B7B0A46A0F942672</vt:lpwstr>
  </property>
</Properties>
</file>